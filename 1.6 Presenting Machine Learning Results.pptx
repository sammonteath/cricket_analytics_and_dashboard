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85" r:id="rId2"/>
    <p:sldId id="275" r:id="rId3"/>
    <p:sldId id="286" r:id="rId4"/>
    <p:sldId id="287" r:id="rId5"/>
    <p:sldId id="288" r:id="rId6"/>
    <p:sldId id="289" r:id="rId7"/>
    <p:sldId id="290" r:id="rId8"/>
    <p:sldId id="276"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E7BF02D-10E9-4E5A-AD99-2508878FCF0B}" v="23" dt="2026-01-22T10:55:26.54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2512" autoAdjust="0"/>
  </p:normalViewPr>
  <p:slideViewPr>
    <p:cSldViewPr snapToGrid="0">
      <p:cViewPr varScale="1">
        <p:scale>
          <a:sx n="90" d="100"/>
          <a:sy n="90" d="100"/>
        </p:scale>
        <p:origin x="1356" y="78"/>
      </p:cViewPr>
      <p:guideLst/>
    </p:cSldViewPr>
  </p:slid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m Monteath" userId="b6d4515afa2ceb47" providerId="LiveId" clId="{D764BF75-6154-45A2-B3FF-12B06FC3ECE2}"/>
    <pc:docChg chg="undo custSel addSld delSld modSld sldOrd">
      <pc:chgData name="Sam Monteath" userId="b6d4515afa2ceb47" providerId="LiveId" clId="{D764BF75-6154-45A2-B3FF-12B06FC3ECE2}" dt="2026-01-22T11:07:26.593" v="4118" actId="20577"/>
      <pc:docMkLst>
        <pc:docMk/>
      </pc:docMkLst>
      <pc:sldChg chg="del mod modShow">
        <pc:chgData name="Sam Monteath" userId="b6d4515afa2ceb47" providerId="LiveId" clId="{D764BF75-6154-45A2-B3FF-12B06FC3ECE2}" dt="2026-01-21T12:16:20.838" v="3834" actId="47"/>
        <pc:sldMkLst>
          <pc:docMk/>
          <pc:sldMk cId="449150834" sldId="256"/>
        </pc:sldMkLst>
      </pc:sldChg>
      <pc:sldChg chg="del">
        <pc:chgData name="Sam Monteath" userId="b6d4515afa2ceb47" providerId="LiveId" clId="{D764BF75-6154-45A2-B3FF-12B06FC3ECE2}" dt="2026-01-21T09:44:22.610" v="2388" actId="47"/>
        <pc:sldMkLst>
          <pc:docMk/>
          <pc:sldMk cId="2080027690" sldId="257"/>
        </pc:sldMkLst>
      </pc:sldChg>
      <pc:sldChg chg="del">
        <pc:chgData name="Sam Monteath" userId="b6d4515afa2ceb47" providerId="LiveId" clId="{D764BF75-6154-45A2-B3FF-12B06FC3ECE2}" dt="2026-01-21T09:44:22.610" v="2388" actId="47"/>
        <pc:sldMkLst>
          <pc:docMk/>
          <pc:sldMk cId="4294523662" sldId="258"/>
        </pc:sldMkLst>
      </pc:sldChg>
      <pc:sldChg chg="del">
        <pc:chgData name="Sam Monteath" userId="b6d4515afa2ceb47" providerId="LiveId" clId="{D764BF75-6154-45A2-B3FF-12B06FC3ECE2}" dt="2026-01-21T09:44:22.610" v="2388" actId="47"/>
        <pc:sldMkLst>
          <pc:docMk/>
          <pc:sldMk cId="3090075299" sldId="259"/>
        </pc:sldMkLst>
      </pc:sldChg>
      <pc:sldChg chg="del">
        <pc:chgData name="Sam Monteath" userId="b6d4515afa2ceb47" providerId="LiveId" clId="{D764BF75-6154-45A2-B3FF-12B06FC3ECE2}" dt="2026-01-21T09:44:22.610" v="2388" actId="47"/>
        <pc:sldMkLst>
          <pc:docMk/>
          <pc:sldMk cId="1117315339" sldId="260"/>
        </pc:sldMkLst>
      </pc:sldChg>
      <pc:sldChg chg="del">
        <pc:chgData name="Sam Monteath" userId="b6d4515afa2ceb47" providerId="LiveId" clId="{D764BF75-6154-45A2-B3FF-12B06FC3ECE2}" dt="2026-01-21T09:44:22.610" v="2388" actId="47"/>
        <pc:sldMkLst>
          <pc:docMk/>
          <pc:sldMk cId="135875499" sldId="261"/>
        </pc:sldMkLst>
      </pc:sldChg>
      <pc:sldChg chg="del">
        <pc:chgData name="Sam Monteath" userId="b6d4515afa2ceb47" providerId="LiveId" clId="{D764BF75-6154-45A2-B3FF-12B06FC3ECE2}" dt="2026-01-21T09:44:22.610" v="2388" actId="47"/>
        <pc:sldMkLst>
          <pc:docMk/>
          <pc:sldMk cId="1185623710" sldId="262"/>
        </pc:sldMkLst>
      </pc:sldChg>
      <pc:sldChg chg="del">
        <pc:chgData name="Sam Monteath" userId="b6d4515afa2ceb47" providerId="LiveId" clId="{D764BF75-6154-45A2-B3FF-12B06FC3ECE2}" dt="2026-01-21T09:44:22.610" v="2388" actId="47"/>
        <pc:sldMkLst>
          <pc:docMk/>
          <pc:sldMk cId="3683568438" sldId="263"/>
        </pc:sldMkLst>
      </pc:sldChg>
      <pc:sldChg chg="del">
        <pc:chgData name="Sam Monteath" userId="b6d4515afa2ceb47" providerId="LiveId" clId="{D764BF75-6154-45A2-B3FF-12B06FC3ECE2}" dt="2026-01-21T09:44:22.610" v="2388" actId="47"/>
        <pc:sldMkLst>
          <pc:docMk/>
          <pc:sldMk cId="2523974781" sldId="265"/>
        </pc:sldMkLst>
      </pc:sldChg>
      <pc:sldChg chg="del">
        <pc:chgData name="Sam Monteath" userId="b6d4515afa2ceb47" providerId="LiveId" clId="{D764BF75-6154-45A2-B3FF-12B06FC3ECE2}" dt="2026-01-21T09:44:22.610" v="2388" actId="47"/>
        <pc:sldMkLst>
          <pc:docMk/>
          <pc:sldMk cId="624778703" sldId="266"/>
        </pc:sldMkLst>
      </pc:sldChg>
      <pc:sldChg chg="del">
        <pc:chgData name="Sam Monteath" userId="b6d4515afa2ceb47" providerId="LiveId" clId="{D764BF75-6154-45A2-B3FF-12B06FC3ECE2}" dt="2026-01-21T09:44:22.610" v="2388" actId="47"/>
        <pc:sldMkLst>
          <pc:docMk/>
          <pc:sldMk cId="1583049493" sldId="267"/>
        </pc:sldMkLst>
      </pc:sldChg>
      <pc:sldChg chg="del">
        <pc:chgData name="Sam Monteath" userId="b6d4515afa2ceb47" providerId="LiveId" clId="{D764BF75-6154-45A2-B3FF-12B06FC3ECE2}" dt="2026-01-21T09:44:22.610" v="2388" actId="47"/>
        <pc:sldMkLst>
          <pc:docMk/>
          <pc:sldMk cId="3282746603" sldId="268"/>
        </pc:sldMkLst>
      </pc:sldChg>
      <pc:sldChg chg="del">
        <pc:chgData name="Sam Monteath" userId="b6d4515afa2ceb47" providerId="LiveId" clId="{D764BF75-6154-45A2-B3FF-12B06FC3ECE2}" dt="2026-01-21T09:44:22.610" v="2388" actId="47"/>
        <pc:sldMkLst>
          <pc:docMk/>
          <pc:sldMk cId="2692978138" sldId="269"/>
        </pc:sldMkLst>
      </pc:sldChg>
      <pc:sldChg chg="del">
        <pc:chgData name="Sam Monteath" userId="b6d4515afa2ceb47" providerId="LiveId" clId="{D764BF75-6154-45A2-B3FF-12B06FC3ECE2}" dt="2026-01-21T09:44:22.610" v="2388" actId="47"/>
        <pc:sldMkLst>
          <pc:docMk/>
          <pc:sldMk cId="281255756" sldId="270"/>
        </pc:sldMkLst>
      </pc:sldChg>
      <pc:sldChg chg="del">
        <pc:chgData name="Sam Monteath" userId="b6d4515afa2ceb47" providerId="LiveId" clId="{D764BF75-6154-45A2-B3FF-12B06FC3ECE2}" dt="2026-01-21T09:44:22.610" v="2388" actId="47"/>
        <pc:sldMkLst>
          <pc:docMk/>
          <pc:sldMk cId="462491197" sldId="271"/>
        </pc:sldMkLst>
      </pc:sldChg>
      <pc:sldChg chg="del">
        <pc:chgData name="Sam Monteath" userId="b6d4515afa2ceb47" providerId="LiveId" clId="{D764BF75-6154-45A2-B3FF-12B06FC3ECE2}" dt="2026-01-21T09:44:22.610" v="2388" actId="47"/>
        <pc:sldMkLst>
          <pc:docMk/>
          <pc:sldMk cId="159136554" sldId="272"/>
        </pc:sldMkLst>
      </pc:sldChg>
      <pc:sldChg chg="del">
        <pc:chgData name="Sam Monteath" userId="b6d4515afa2ceb47" providerId="LiveId" clId="{D764BF75-6154-45A2-B3FF-12B06FC3ECE2}" dt="2026-01-21T09:44:22.610" v="2388" actId="47"/>
        <pc:sldMkLst>
          <pc:docMk/>
          <pc:sldMk cId="3382484611" sldId="273"/>
        </pc:sldMkLst>
      </pc:sldChg>
      <pc:sldChg chg="del ord">
        <pc:chgData name="Sam Monteath" userId="b6d4515afa2ceb47" providerId="LiveId" clId="{D764BF75-6154-45A2-B3FF-12B06FC3ECE2}" dt="2026-01-21T12:16:21.526" v="3835" actId="47"/>
        <pc:sldMkLst>
          <pc:docMk/>
          <pc:sldMk cId="1222741997" sldId="274"/>
        </pc:sldMkLst>
      </pc:sldChg>
      <pc:sldChg chg="addSp delSp modSp mod">
        <pc:chgData name="Sam Monteath" userId="b6d4515afa2ceb47" providerId="LiveId" clId="{D764BF75-6154-45A2-B3FF-12B06FC3ECE2}" dt="2026-01-20T17:16:12.676" v="1482" actId="1076"/>
        <pc:sldMkLst>
          <pc:docMk/>
          <pc:sldMk cId="1594402547" sldId="275"/>
        </pc:sldMkLst>
        <pc:spChg chg="add mod">
          <ac:chgData name="Sam Monteath" userId="b6d4515afa2ceb47" providerId="LiveId" clId="{D764BF75-6154-45A2-B3FF-12B06FC3ECE2}" dt="2026-01-20T16:42:31.498" v="390" actId="20577"/>
          <ac:spMkLst>
            <pc:docMk/>
            <pc:sldMk cId="1594402547" sldId="275"/>
            <ac:spMk id="7" creationId="{AF0A341C-D418-D40C-9429-3DE0D4D3601C}"/>
          </ac:spMkLst>
        </pc:spChg>
        <pc:spChg chg="mod">
          <ac:chgData name="Sam Monteath" userId="b6d4515afa2ceb47" providerId="LiveId" clId="{D764BF75-6154-45A2-B3FF-12B06FC3ECE2}" dt="2026-01-20T17:16:12.676" v="1482" actId="1076"/>
          <ac:spMkLst>
            <pc:docMk/>
            <pc:sldMk cId="1594402547" sldId="275"/>
            <ac:spMk id="10" creationId="{7C0E7CBD-8D28-700B-74B9-F64097AC0ECC}"/>
          </ac:spMkLst>
        </pc:spChg>
      </pc:sldChg>
      <pc:sldChg chg="modSp mod">
        <pc:chgData name="Sam Monteath" userId="b6d4515afa2ceb47" providerId="LiveId" clId="{D764BF75-6154-45A2-B3FF-12B06FC3ECE2}" dt="2026-01-21T12:16:14.072" v="3833" actId="20577"/>
        <pc:sldMkLst>
          <pc:docMk/>
          <pc:sldMk cId="3926731899" sldId="276"/>
        </pc:sldMkLst>
        <pc:spChg chg="mod">
          <ac:chgData name="Sam Monteath" userId="b6d4515afa2ceb47" providerId="LiveId" clId="{D764BF75-6154-45A2-B3FF-12B06FC3ECE2}" dt="2026-01-21T12:16:14.072" v="3833" actId="20577"/>
          <ac:spMkLst>
            <pc:docMk/>
            <pc:sldMk cId="3926731899" sldId="276"/>
            <ac:spMk id="3" creationId="{0B20C82C-C409-90EA-61B7-CD451579722D}"/>
          </ac:spMkLst>
        </pc:spChg>
      </pc:sldChg>
      <pc:sldChg chg="del">
        <pc:chgData name="Sam Monteath" userId="b6d4515afa2ceb47" providerId="LiveId" clId="{D764BF75-6154-45A2-B3FF-12B06FC3ECE2}" dt="2026-01-21T09:44:22.610" v="2388" actId="47"/>
        <pc:sldMkLst>
          <pc:docMk/>
          <pc:sldMk cId="1931535623" sldId="277"/>
        </pc:sldMkLst>
      </pc:sldChg>
      <pc:sldChg chg="del">
        <pc:chgData name="Sam Monteath" userId="b6d4515afa2ceb47" providerId="LiveId" clId="{D764BF75-6154-45A2-B3FF-12B06FC3ECE2}" dt="2026-01-21T09:44:22.610" v="2388" actId="47"/>
        <pc:sldMkLst>
          <pc:docMk/>
          <pc:sldMk cId="3480724354" sldId="278"/>
        </pc:sldMkLst>
      </pc:sldChg>
      <pc:sldChg chg="del">
        <pc:chgData name="Sam Monteath" userId="b6d4515afa2ceb47" providerId="LiveId" clId="{D764BF75-6154-45A2-B3FF-12B06FC3ECE2}" dt="2026-01-21T09:44:22.610" v="2388" actId="47"/>
        <pc:sldMkLst>
          <pc:docMk/>
          <pc:sldMk cId="3842172428" sldId="279"/>
        </pc:sldMkLst>
      </pc:sldChg>
      <pc:sldChg chg="del">
        <pc:chgData name="Sam Monteath" userId="b6d4515afa2ceb47" providerId="LiveId" clId="{D764BF75-6154-45A2-B3FF-12B06FC3ECE2}" dt="2026-01-21T09:44:22.610" v="2388" actId="47"/>
        <pc:sldMkLst>
          <pc:docMk/>
          <pc:sldMk cId="3325319030" sldId="280"/>
        </pc:sldMkLst>
      </pc:sldChg>
      <pc:sldChg chg="del">
        <pc:chgData name="Sam Monteath" userId="b6d4515afa2ceb47" providerId="LiveId" clId="{D764BF75-6154-45A2-B3FF-12B06FC3ECE2}" dt="2026-01-21T09:44:22.610" v="2388" actId="47"/>
        <pc:sldMkLst>
          <pc:docMk/>
          <pc:sldMk cId="3368252961" sldId="281"/>
        </pc:sldMkLst>
      </pc:sldChg>
      <pc:sldChg chg="del">
        <pc:chgData name="Sam Monteath" userId="b6d4515afa2ceb47" providerId="LiveId" clId="{D764BF75-6154-45A2-B3FF-12B06FC3ECE2}" dt="2026-01-21T09:44:22.610" v="2388" actId="47"/>
        <pc:sldMkLst>
          <pc:docMk/>
          <pc:sldMk cId="247561644" sldId="282"/>
        </pc:sldMkLst>
      </pc:sldChg>
      <pc:sldChg chg="del">
        <pc:chgData name="Sam Monteath" userId="b6d4515afa2ceb47" providerId="LiveId" clId="{D764BF75-6154-45A2-B3FF-12B06FC3ECE2}" dt="2026-01-21T09:44:22.610" v="2388" actId="47"/>
        <pc:sldMkLst>
          <pc:docMk/>
          <pc:sldMk cId="4204972382" sldId="283"/>
        </pc:sldMkLst>
      </pc:sldChg>
      <pc:sldChg chg="del">
        <pc:chgData name="Sam Monteath" userId="b6d4515afa2ceb47" providerId="LiveId" clId="{D764BF75-6154-45A2-B3FF-12B06FC3ECE2}" dt="2026-01-21T09:44:22.610" v="2388" actId="47"/>
        <pc:sldMkLst>
          <pc:docMk/>
          <pc:sldMk cId="3337342306" sldId="284"/>
        </pc:sldMkLst>
      </pc:sldChg>
      <pc:sldChg chg="addSp delSp modSp add mod">
        <pc:chgData name="Sam Monteath" userId="b6d4515afa2ceb47" providerId="LiveId" clId="{D764BF75-6154-45A2-B3FF-12B06FC3ECE2}" dt="2026-01-22T10:55:39.545" v="4113" actId="1076"/>
        <pc:sldMkLst>
          <pc:docMk/>
          <pc:sldMk cId="2323619769" sldId="285"/>
        </pc:sldMkLst>
        <pc:spChg chg="mod">
          <ac:chgData name="Sam Monteath" userId="b6d4515afa2ceb47" providerId="LiveId" clId="{D764BF75-6154-45A2-B3FF-12B06FC3ECE2}" dt="2026-01-20T16:20:15.058" v="93" actId="20577"/>
          <ac:spMkLst>
            <pc:docMk/>
            <pc:sldMk cId="2323619769" sldId="285"/>
            <ac:spMk id="3" creationId="{65551A31-4328-DCCA-D801-0A2D704982BB}"/>
          </ac:spMkLst>
        </pc:spChg>
        <pc:spChg chg="mod">
          <ac:chgData name="Sam Monteath" userId="b6d4515afa2ceb47" providerId="LiveId" clId="{D764BF75-6154-45A2-B3FF-12B06FC3ECE2}" dt="2026-01-22T10:55:35.340" v="4112" actId="113"/>
          <ac:spMkLst>
            <pc:docMk/>
            <pc:sldMk cId="2323619769" sldId="285"/>
            <ac:spMk id="50" creationId="{0B41A3CE-1883-DFB4-949B-2BC4BC47D2FF}"/>
          </ac:spMkLst>
        </pc:spChg>
        <pc:graphicFrameChg chg="mod modGraphic">
          <ac:chgData name="Sam Monteath" userId="b6d4515afa2ceb47" providerId="LiveId" clId="{D764BF75-6154-45A2-B3FF-12B06FC3ECE2}" dt="2026-01-21T13:25:26.224" v="3838" actId="6549"/>
          <ac:graphicFrameMkLst>
            <pc:docMk/>
            <pc:sldMk cId="2323619769" sldId="285"/>
            <ac:graphicFrameMk id="51" creationId="{133B142F-98D1-E393-D10A-53A7F14C7F88}"/>
          </ac:graphicFrameMkLst>
        </pc:graphicFrameChg>
        <pc:picChg chg="add mod">
          <ac:chgData name="Sam Monteath" userId="b6d4515afa2ceb47" providerId="LiveId" clId="{D764BF75-6154-45A2-B3FF-12B06FC3ECE2}" dt="2026-01-22T10:55:39.545" v="4113" actId="1076"/>
          <ac:picMkLst>
            <pc:docMk/>
            <pc:sldMk cId="2323619769" sldId="285"/>
            <ac:picMk id="2" creationId="{FAF2E204-7459-F2A9-E364-D55321270200}"/>
          </ac:picMkLst>
        </pc:picChg>
        <pc:picChg chg="mod">
          <ac:chgData name="Sam Monteath" userId="b6d4515afa2ceb47" providerId="LiveId" clId="{D764BF75-6154-45A2-B3FF-12B06FC3ECE2}" dt="2026-01-20T16:20:56.070" v="112" actId="1076"/>
          <ac:picMkLst>
            <pc:docMk/>
            <pc:sldMk cId="2323619769" sldId="285"/>
            <ac:picMk id="19" creationId="{62A7380F-C9BF-6A41-F08B-D7BE2E54D504}"/>
          </ac:picMkLst>
        </pc:picChg>
      </pc:sldChg>
      <pc:sldChg chg="addSp delSp modSp add mod">
        <pc:chgData name="Sam Monteath" userId="b6d4515afa2ceb47" providerId="LiveId" clId="{D764BF75-6154-45A2-B3FF-12B06FC3ECE2}" dt="2026-01-22T11:07:26.593" v="4118" actId="20577"/>
        <pc:sldMkLst>
          <pc:docMk/>
          <pc:sldMk cId="2191273436" sldId="286"/>
        </pc:sldMkLst>
        <pc:spChg chg="add mod">
          <ac:chgData name="Sam Monteath" userId="b6d4515afa2ceb47" providerId="LiveId" clId="{D764BF75-6154-45A2-B3FF-12B06FC3ECE2}" dt="2026-01-20T17:16:27.004" v="1490" actId="20577"/>
          <ac:spMkLst>
            <pc:docMk/>
            <pc:sldMk cId="2191273436" sldId="286"/>
            <ac:spMk id="3" creationId="{443DB0ED-DC46-B903-F48D-8BBC71568003}"/>
          </ac:spMkLst>
        </pc:spChg>
        <pc:spChg chg="mod">
          <ac:chgData name="Sam Monteath" userId="b6d4515afa2ceb47" providerId="LiveId" clId="{D764BF75-6154-45A2-B3FF-12B06FC3ECE2}" dt="2026-01-22T11:07:26.593" v="4118" actId="20577"/>
          <ac:spMkLst>
            <pc:docMk/>
            <pc:sldMk cId="2191273436" sldId="286"/>
            <ac:spMk id="7" creationId="{6556608D-40B3-DC56-4A46-764626BBF1F8}"/>
          </ac:spMkLst>
        </pc:spChg>
      </pc:sldChg>
      <pc:sldChg chg="addSp modSp add mod">
        <pc:chgData name="Sam Monteath" userId="b6d4515afa2ceb47" providerId="LiveId" clId="{D764BF75-6154-45A2-B3FF-12B06FC3ECE2}" dt="2026-01-21T13:46:48.589" v="4105" actId="1076"/>
        <pc:sldMkLst>
          <pc:docMk/>
          <pc:sldMk cId="234946681" sldId="287"/>
        </pc:sldMkLst>
        <pc:spChg chg="mod">
          <ac:chgData name="Sam Monteath" userId="b6d4515afa2ceb47" providerId="LiveId" clId="{D764BF75-6154-45A2-B3FF-12B06FC3ECE2}" dt="2026-01-20T17:16:39.695" v="1503" actId="20577"/>
          <ac:spMkLst>
            <pc:docMk/>
            <pc:sldMk cId="234946681" sldId="287"/>
            <ac:spMk id="3" creationId="{AB08B7FA-F456-1225-E89B-0389F528710B}"/>
          </ac:spMkLst>
        </pc:spChg>
        <pc:spChg chg="add mod">
          <ac:chgData name="Sam Monteath" userId="b6d4515afa2ceb47" providerId="LiveId" clId="{D764BF75-6154-45A2-B3FF-12B06FC3ECE2}" dt="2026-01-21T13:46:48.589" v="4105" actId="1076"/>
          <ac:spMkLst>
            <pc:docMk/>
            <pc:sldMk cId="234946681" sldId="287"/>
            <ac:spMk id="6" creationId="{A1D6F2C5-317B-07F6-8181-06FAE8C59EA6}"/>
          </ac:spMkLst>
        </pc:spChg>
        <pc:spChg chg="mod">
          <ac:chgData name="Sam Monteath" userId="b6d4515afa2ceb47" providerId="LiveId" clId="{D764BF75-6154-45A2-B3FF-12B06FC3ECE2}" dt="2026-01-21T13:45:01.738" v="3959" actId="27636"/>
          <ac:spMkLst>
            <pc:docMk/>
            <pc:sldMk cId="234946681" sldId="287"/>
            <ac:spMk id="7" creationId="{F6C98A08-ED91-8AB6-67EA-198A2FFADBF1}"/>
          </ac:spMkLst>
        </pc:spChg>
        <pc:picChg chg="add mod">
          <ac:chgData name="Sam Monteath" userId="b6d4515afa2ceb47" providerId="LiveId" clId="{D764BF75-6154-45A2-B3FF-12B06FC3ECE2}" dt="2026-01-21T13:45:05.154" v="3960" actId="1076"/>
          <ac:picMkLst>
            <pc:docMk/>
            <pc:sldMk cId="234946681" sldId="287"/>
            <ac:picMk id="5" creationId="{F1E47B99-ED99-FC4D-C089-8369002C6799}"/>
          </ac:picMkLst>
        </pc:picChg>
      </pc:sldChg>
      <pc:sldChg chg="addSp delSp modSp add mod">
        <pc:chgData name="Sam Monteath" userId="b6d4515afa2ceb47" providerId="LiveId" clId="{D764BF75-6154-45A2-B3FF-12B06FC3ECE2}" dt="2026-01-21T11:43:16.684" v="2530" actId="1076"/>
        <pc:sldMkLst>
          <pc:docMk/>
          <pc:sldMk cId="4047254193" sldId="288"/>
        </pc:sldMkLst>
        <pc:spChg chg="mod">
          <ac:chgData name="Sam Monteath" userId="b6d4515afa2ceb47" providerId="LiveId" clId="{D764BF75-6154-45A2-B3FF-12B06FC3ECE2}" dt="2026-01-21T09:37:20.994" v="1801" actId="20577"/>
          <ac:spMkLst>
            <pc:docMk/>
            <pc:sldMk cId="4047254193" sldId="288"/>
            <ac:spMk id="3" creationId="{A59D439B-F080-68BB-B2E1-347AD3A2C42C}"/>
          </ac:spMkLst>
        </pc:spChg>
        <pc:spChg chg="mod">
          <ac:chgData name="Sam Monteath" userId="b6d4515afa2ceb47" providerId="LiveId" clId="{D764BF75-6154-45A2-B3FF-12B06FC3ECE2}" dt="2026-01-21T11:42:43.960" v="2499" actId="20577"/>
          <ac:spMkLst>
            <pc:docMk/>
            <pc:sldMk cId="4047254193" sldId="288"/>
            <ac:spMk id="7" creationId="{C018D016-6836-BD22-9A96-EFB1168D0E02}"/>
          </ac:spMkLst>
        </pc:spChg>
        <pc:graphicFrameChg chg="add mod modGraphic">
          <ac:chgData name="Sam Monteath" userId="b6d4515afa2ceb47" providerId="LiveId" clId="{D764BF75-6154-45A2-B3FF-12B06FC3ECE2}" dt="2026-01-21T11:42:53.375" v="2508" actId="1035"/>
          <ac:graphicFrameMkLst>
            <pc:docMk/>
            <pc:sldMk cId="4047254193" sldId="288"/>
            <ac:graphicFrameMk id="15" creationId="{5C678D45-1879-6534-8CB3-087921786B86}"/>
          </ac:graphicFrameMkLst>
        </pc:graphicFrameChg>
        <pc:picChg chg="add del mod">
          <ac:chgData name="Sam Monteath" userId="b6d4515afa2ceb47" providerId="LiveId" clId="{D764BF75-6154-45A2-B3FF-12B06FC3ECE2}" dt="2026-01-21T11:38:54.772" v="2398" actId="478"/>
          <ac:picMkLst>
            <pc:docMk/>
            <pc:sldMk cId="4047254193" sldId="288"/>
            <ac:picMk id="5" creationId="{CC27BA9A-3DFF-9354-735E-8B5064088E21}"/>
          </ac:picMkLst>
        </pc:picChg>
        <pc:picChg chg="add del mod">
          <ac:chgData name="Sam Monteath" userId="b6d4515afa2ceb47" providerId="LiveId" clId="{D764BF75-6154-45A2-B3FF-12B06FC3ECE2}" dt="2026-01-21T11:38:55.421" v="2399" actId="478"/>
          <ac:picMkLst>
            <pc:docMk/>
            <pc:sldMk cId="4047254193" sldId="288"/>
            <ac:picMk id="8" creationId="{87ACE123-9C3D-97BF-8CAB-81ED4A2E21DE}"/>
          </ac:picMkLst>
        </pc:picChg>
        <pc:picChg chg="add mod">
          <ac:chgData name="Sam Monteath" userId="b6d4515afa2ceb47" providerId="LiveId" clId="{D764BF75-6154-45A2-B3FF-12B06FC3ECE2}" dt="2026-01-21T11:43:03.235" v="2516" actId="1076"/>
          <ac:picMkLst>
            <pc:docMk/>
            <pc:sldMk cId="4047254193" sldId="288"/>
            <ac:picMk id="10" creationId="{679C3F0A-7A25-5B0A-BF92-BB26C0A5EABC}"/>
          </ac:picMkLst>
        </pc:picChg>
        <pc:picChg chg="add mod">
          <ac:chgData name="Sam Monteath" userId="b6d4515afa2ceb47" providerId="LiveId" clId="{D764BF75-6154-45A2-B3FF-12B06FC3ECE2}" dt="2026-01-21T11:43:16.684" v="2530" actId="1076"/>
          <ac:picMkLst>
            <pc:docMk/>
            <pc:sldMk cId="4047254193" sldId="288"/>
            <ac:picMk id="12" creationId="{31FBE104-5818-0F6E-F695-3BE686D0AB58}"/>
          </ac:picMkLst>
        </pc:picChg>
        <pc:picChg chg="add mod">
          <ac:chgData name="Sam Monteath" userId="b6d4515afa2ceb47" providerId="LiveId" clId="{D764BF75-6154-45A2-B3FF-12B06FC3ECE2}" dt="2026-01-21T11:43:03.235" v="2516" actId="1076"/>
          <ac:picMkLst>
            <pc:docMk/>
            <pc:sldMk cId="4047254193" sldId="288"/>
            <ac:picMk id="14" creationId="{197D1C85-2579-2809-03C9-29279DA9D0BA}"/>
          </ac:picMkLst>
        </pc:picChg>
      </pc:sldChg>
      <pc:sldChg chg="addSp modSp add mod">
        <pc:chgData name="Sam Monteath" userId="b6d4515afa2ceb47" providerId="LiveId" clId="{D764BF75-6154-45A2-B3FF-12B06FC3ECE2}" dt="2026-01-21T12:15:24.962" v="3818" actId="20577"/>
        <pc:sldMkLst>
          <pc:docMk/>
          <pc:sldMk cId="3772955073" sldId="289"/>
        </pc:sldMkLst>
        <pc:spChg chg="mod">
          <ac:chgData name="Sam Monteath" userId="b6d4515afa2ceb47" providerId="LiveId" clId="{D764BF75-6154-45A2-B3FF-12B06FC3ECE2}" dt="2026-01-21T09:43:14.977" v="2373" actId="20577"/>
          <ac:spMkLst>
            <pc:docMk/>
            <pc:sldMk cId="3772955073" sldId="289"/>
            <ac:spMk id="3" creationId="{4D251198-0ABF-200A-2118-E335BA9DA27A}"/>
          </ac:spMkLst>
        </pc:spChg>
        <pc:spChg chg="add mod">
          <ac:chgData name="Sam Monteath" userId="b6d4515afa2ceb47" providerId="LiveId" clId="{D764BF75-6154-45A2-B3FF-12B06FC3ECE2}" dt="2026-01-21T12:15:24.962" v="3818" actId="20577"/>
          <ac:spMkLst>
            <pc:docMk/>
            <pc:sldMk cId="3772955073" sldId="289"/>
            <ac:spMk id="5" creationId="{F8F82D5E-622D-453C-8630-68F59D266543}"/>
          </ac:spMkLst>
        </pc:spChg>
        <pc:spChg chg="mod">
          <ac:chgData name="Sam Monteath" userId="b6d4515afa2ceb47" providerId="LiveId" clId="{D764BF75-6154-45A2-B3FF-12B06FC3ECE2}" dt="2026-01-21T09:43:18.358" v="2375" actId="27636"/>
          <ac:spMkLst>
            <pc:docMk/>
            <pc:sldMk cId="3772955073" sldId="289"/>
            <ac:spMk id="7" creationId="{AB5C5789-F243-0F55-2532-7DF535DBC61F}"/>
          </ac:spMkLst>
        </pc:spChg>
      </pc:sldChg>
      <pc:sldChg chg="modSp add mod">
        <pc:chgData name="Sam Monteath" userId="b6d4515afa2ceb47" providerId="LiveId" clId="{D764BF75-6154-45A2-B3FF-12B06FC3ECE2}" dt="2026-01-21T12:16:00.897" v="3832" actId="20577"/>
        <pc:sldMkLst>
          <pc:docMk/>
          <pc:sldMk cId="2221837915" sldId="290"/>
        </pc:sldMkLst>
        <pc:spChg chg="mod">
          <ac:chgData name="Sam Monteath" userId="b6d4515afa2ceb47" providerId="LiveId" clId="{D764BF75-6154-45A2-B3FF-12B06FC3ECE2}" dt="2026-01-21T12:16:00.897" v="3832" actId="20577"/>
          <ac:spMkLst>
            <pc:docMk/>
            <pc:sldMk cId="2221837915" sldId="290"/>
            <ac:spMk id="3" creationId="{2B98F6D6-B394-C712-D4D1-68DECE19A69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7B3D67-062C-4AB2-96D1-A8C0B782F1FD}" type="datetimeFigureOut">
              <a:rPr lang="en-GB" smtClean="0"/>
              <a:t>22/01/2026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F730C3-1B30-41CE-ADC4-4937C1814624}" type="slidenum">
              <a:rPr lang="en-GB" smtClean="0"/>
              <a:t>‹#›</a:t>
            </a:fld>
            <a:endParaRPr lang="en-GB"/>
          </a:p>
        </p:txBody>
      </p:sp>
    </p:spTree>
    <p:extLst>
      <p:ext uri="{BB962C8B-B14F-4D97-AF65-F5344CB8AC3E}">
        <p14:creationId xmlns:p14="http://schemas.microsoft.com/office/powerpoint/2010/main" val="32148338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872EE5-AAA0-2758-C23A-8376425385FC}"/>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717EE237-CA37-9EC2-77F2-FFA0C1E9581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A4131537-2A5D-131F-E307-637FF45A7A2D}"/>
              </a:ext>
            </a:extLst>
          </p:cNvPr>
          <p:cNvSpPr>
            <a:spLocks noGrp="1"/>
          </p:cNvSpPr>
          <p:nvPr>
            <p:ph type="dt" sz="half" idx="10"/>
          </p:nvPr>
        </p:nvSpPr>
        <p:spPr/>
        <p:txBody>
          <a:bodyPr/>
          <a:lstStyle/>
          <a:p>
            <a:fld id="{8A3C21E3-7D39-45E5-882C-8AD2B2C6F89A}" type="datetimeFigureOut">
              <a:rPr lang="en-GB" smtClean="0"/>
              <a:t>22/01/2026</a:t>
            </a:fld>
            <a:endParaRPr lang="en-GB"/>
          </a:p>
        </p:txBody>
      </p:sp>
      <p:sp>
        <p:nvSpPr>
          <p:cNvPr id="5" name="Footer Placeholder 4">
            <a:extLst>
              <a:ext uri="{FF2B5EF4-FFF2-40B4-BE49-F238E27FC236}">
                <a16:creationId xmlns:a16="http://schemas.microsoft.com/office/drawing/2014/main" id="{F4DC8387-88D5-27C0-34E3-DBAEBA01187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4A4B719-1C46-0D29-9EAD-B23609544663}"/>
              </a:ext>
            </a:extLst>
          </p:cNvPr>
          <p:cNvSpPr>
            <a:spLocks noGrp="1"/>
          </p:cNvSpPr>
          <p:nvPr>
            <p:ph type="sldNum" sz="quarter" idx="12"/>
          </p:nvPr>
        </p:nvSpPr>
        <p:spPr/>
        <p:txBody>
          <a:bodyPr/>
          <a:lstStyle/>
          <a:p>
            <a:fld id="{A8CB36DD-16E5-4A2F-AADB-4C4125F555FD}" type="slidenum">
              <a:rPr lang="en-GB" smtClean="0"/>
              <a:t>‹#›</a:t>
            </a:fld>
            <a:endParaRPr lang="en-GB"/>
          </a:p>
        </p:txBody>
      </p:sp>
    </p:spTree>
    <p:extLst>
      <p:ext uri="{BB962C8B-B14F-4D97-AF65-F5344CB8AC3E}">
        <p14:creationId xmlns:p14="http://schemas.microsoft.com/office/powerpoint/2010/main" val="1806463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B8DC35-A14F-814F-4E03-6611EAE14268}"/>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573C9C2A-F340-E0E4-E80B-75A23F9DFBB3}"/>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09F99BE9-CE7F-FD32-99DE-E6BEEE3D5DE7}"/>
              </a:ext>
            </a:extLst>
          </p:cNvPr>
          <p:cNvSpPr>
            <a:spLocks noGrp="1"/>
          </p:cNvSpPr>
          <p:nvPr>
            <p:ph type="dt" sz="half" idx="10"/>
          </p:nvPr>
        </p:nvSpPr>
        <p:spPr/>
        <p:txBody>
          <a:bodyPr/>
          <a:lstStyle/>
          <a:p>
            <a:fld id="{8A3C21E3-7D39-45E5-882C-8AD2B2C6F89A}" type="datetimeFigureOut">
              <a:rPr lang="en-GB" smtClean="0"/>
              <a:t>22/01/2026</a:t>
            </a:fld>
            <a:endParaRPr lang="en-GB"/>
          </a:p>
        </p:txBody>
      </p:sp>
      <p:sp>
        <p:nvSpPr>
          <p:cNvPr id="5" name="Footer Placeholder 4">
            <a:extLst>
              <a:ext uri="{FF2B5EF4-FFF2-40B4-BE49-F238E27FC236}">
                <a16:creationId xmlns:a16="http://schemas.microsoft.com/office/drawing/2014/main" id="{99011E38-04DF-C865-B825-604904F3E88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23B4C46-E790-D840-99A4-EC02650C48F7}"/>
              </a:ext>
            </a:extLst>
          </p:cNvPr>
          <p:cNvSpPr>
            <a:spLocks noGrp="1"/>
          </p:cNvSpPr>
          <p:nvPr>
            <p:ph type="sldNum" sz="quarter" idx="12"/>
          </p:nvPr>
        </p:nvSpPr>
        <p:spPr/>
        <p:txBody>
          <a:bodyPr/>
          <a:lstStyle/>
          <a:p>
            <a:fld id="{A8CB36DD-16E5-4A2F-AADB-4C4125F555FD}" type="slidenum">
              <a:rPr lang="en-GB" smtClean="0"/>
              <a:t>‹#›</a:t>
            </a:fld>
            <a:endParaRPr lang="en-GB"/>
          </a:p>
        </p:txBody>
      </p:sp>
    </p:spTree>
    <p:extLst>
      <p:ext uri="{BB962C8B-B14F-4D97-AF65-F5344CB8AC3E}">
        <p14:creationId xmlns:p14="http://schemas.microsoft.com/office/powerpoint/2010/main" val="10733486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E0ECFE-AF7C-76CD-5ECC-F48490B3EB61}"/>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971E49B2-3CD5-E197-BD71-1A1CB1CF31B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3EE1F2F-DA96-B74C-8892-09BE35D7836D}"/>
              </a:ext>
            </a:extLst>
          </p:cNvPr>
          <p:cNvSpPr>
            <a:spLocks noGrp="1"/>
          </p:cNvSpPr>
          <p:nvPr>
            <p:ph type="dt" sz="half" idx="10"/>
          </p:nvPr>
        </p:nvSpPr>
        <p:spPr/>
        <p:txBody>
          <a:bodyPr/>
          <a:lstStyle/>
          <a:p>
            <a:fld id="{8A3C21E3-7D39-45E5-882C-8AD2B2C6F89A}" type="datetimeFigureOut">
              <a:rPr lang="en-GB" smtClean="0"/>
              <a:t>22/01/2026</a:t>
            </a:fld>
            <a:endParaRPr lang="en-GB"/>
          </a:p>
        </p:txBody>
      </p:sp>
      <p:sp>
        <p:nvSpPr>
          <p:cNvPr id="5" name="Footer Placeholder 4">
            <a:extLst>
              <a:ext uri="{FF2B5EF4-FFF2-40B4-BE49-F238E27FC236}">
                <a16:creationId xmlns:a16="http://schemas.microsoft.com/office/drawing/2014/main" id="{9C005E40-D33F-F216-6A54-3A44AC0E350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3A2334B-13DB-176B-1F65-9A0F1DCEC3EB}"/>
              </a:ext>
            </a:extLst>
          </p:cNvPr>
          <p:cNvSpPr>
            <a:spLocks noGrp="1"/>
          </p:cNvSpPr>
          <p:nvPr>
            <p:ph type="sldNum" sz="quarter" idx="12"/>
          </p:nvPr>
        </p:nvSpPr>
        <p:spPr/>
        <p:txBody>
          <a:bodyPr/>
          <a:lstStyle/>
          <a:p>
            <a:fld id="{A8CB36DD-16E5-4A2F-AADB-4C4125F555FD}" type="slidenum">
              <a:rPr lang="en-GB" smtClean="0"/>
              <a:t>‹#›</a:t>
            </a:fld>
            <a:endParaRPr lang="en-GB"/>
          </a:p>
        </p:txBody>
      </p:sp>
    </p:spTree>
    <p:extLst>
      <p:ext uri="{BB962C8B-B14F-4D97-AF65-F5344CB8AC3E}">
        <p14:creationId xmlns:p14="http://schemas.microsoft.com/office/powerpoint/2010/main" val="28788489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123122-040C-A7F5-97E3-D78B3172FD89}"/>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48ABB0BB-3EAB-40B6-64EF-7EBD04FEBAD2}"/>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547DB421-7F57-88FE-8245-52A77032FC55}"/>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AB16A744-11ED-95B3-B3A8-C8B652220566}"/>
              </a:ext>
            </a:extLst>
          </p:cNvPr>
          <p:cNvSpPr>
            <a:spLocks noGrp="1"/>
          </p:cNvSpPr>
          <p:nvPr>
            <p:ph type="dt" sz="half" idx="10"/>
          </p:nvPr>
        </p:nvSpPr>
        <p:spPr/>
        <p:txBody>
          <a:bodyPr/>
          <a:lstStyle/>
          <a:p>
            <a:fld id="{8A3C21E3-7D39-45E5-882C-8AD2B2C6F89A}" type="datetimeFigureOut">
              <a:rPr lang="en-GB" smtClean="0"/>
              <a:t>22/01/2026</a:t>
            </a:fld>
            <a:endParaRPr lang="en-GB"/>
          </a:p>
        </p:txBody>
      </p:sp>
      <p:sp>
        <p:nvSpPr>
          <p:cNvPr id="6" name="Footer Placeholder 5">
            <a:extLst>
              <a:ext uri="{FF2B5EF4-FFF2-40B4-BE49-F238E27FC236}">
                <a16:creationId xmlns:a16="http://schemas.microsoft.com/office/drawing/2014/main" id="{270E3D0E-3C3D-7C15-8A2F-6EE0CE30263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DB11F04-5A08-9B10-47DC-C0F6CA83F7EE}"/>
              </a:ext>
            </a:extLst>
          </p:cNvPr>
          <p:cNvSpPr>
            <a:spLocks noGrp="1"/>
          </p:cNvSpPr>
          <p:nvPr>
            <p:ph type="sldNum" sz="quarter" idx="12"/>
          </p:nvPr>
        </p:nvSpPr>
        <p:spPr/>
        <p:txBody>
          <a:bodyPr/>
          <a:lstStyle/>
          <a:p>
            <a:fld id="{A8CB36DD-16E5-4A2F-AADB-4C4125F555FD}" type="slidenum">
              <a:rPr lang="en-GB" smtClean="0"/>
              <a:t>‹#›</a:t>
            </a:fld>
            <a:endParaRPr lang="en-GB"/>
          </a:p>
        </p:txBody>
      </p:sp>
    </p:spTree>
    <p:extLst>
      <p:ext uri="{BB962C8B-B14F-4D97-AF65-F5344CB8AC3E}">
        <p14:creationId xmlns:p14="http://schemas.microsoft.com/office/powerpoint/2010/main" val="14327445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558FE-8F13-E603-558A-645608531D3F}"/>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9725CE53-CB48-EA84-2C12-395DC263CEB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65DA410-1D3C-DAE3-1CD0-8574983AE3A5}"/>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EB02CB66-2899-8FCD-B19E-9DD29BE6CA7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DF2928A1-6B00-8410-190D-BAF42FF6FC4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470AB56C-354E-7254-2C70-D09A9AF1244D}"/>
              </a:ext>
            </a:extLst>
          </p:cNvPr>
          <p:cNvSpPr>
            <a:spLocks noGrp="1"/>
          </p:cNvSpPr>
          <p:nvPr>
            <p:ph type="dt" sz="half" idx="10"/>
          </p:nvPr>
        </p:nvSpPr>
        <p:spPr/>
        <p:txBody>
          <a:bodyPr/>
          <a:lstStyle/>
          <a:p>
            <a:fld id="{8A3C21E3-7D39-45E5-882C-8AD2B2C6F89A}" type="datetimeFigureOut">
              <a:rPr lang="en-GB" smtClean="0"/>
              <a:t>22/01/2026</a:t>
            </a:fld>
            <a:endParaRPr lang="en-GB"/>
          </a:p>
        </p:txBody>
      </p:sp>
      <p:sp>
        <p:nvSpPr>
          <p:cNvPr id="8" name="Footer Placeholder 7">
            <a:extLst>
              <a:ext uri="{FF2B5EF4-FFF2-40B4-BE49-F238E27FC236}">
                <a16:creationId xmlns:a16="http://schemas.microsoft.com/office/drawing/2014/main" id="{09424C7B-5A62-C0EA-FE08-7EFF83B167D3}"/>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4BA4D193-D6C9-22B4-DA61-5972EDEAE050}"/>
              </a:ext>
            </a:extLst>
          </p:cNvPr>
          <p:cNvSpPr>
            <a:spLocks noGrp="1"/>
          </p:cNvSpPr>
          <p:nvPr>
            <p:ph type="sldNum" sz="quarter" idx="12"/>
          </p:nvPr>
        </p:nvSpPr>
        <p:spPr/>
        <p:txBody>
          <a:bodyPr/>
          <a:lstStyle/>
          <a:p>
            <a:fld id="{A8CB36DD-16E5-4A2F-AADB-4C4125F555FD}" type="slidenum">
              <a:rPr lang="en-GB" smtClean="0"/>
              <a:t>‹#›</a:t>
            </a:fld>
            <a:endParaRPr lang="en-GB"/>
          </a:p>
        </p:txBody>
      </p:sp>
    </p:spTree>
    <p:extLst>
      <p:ext uri="{BB962C8B-B14F-4D97-AF65-F5344CB8AC3E}">
        <p14:creationId xmlns:p14="http://schemas.microsoft.com/office/powerpoint/2010/main" val="13397913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2C24C-1606-FC27-C9A8-41E41575BAE4}"/>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C3F20789-7862-E2B0-B232-6B52D9671893}"/>
              </a:ext>
            </a:extLst>
          </p:cNvPr>
          <p:cNvSpPr>
            <a:spLocks noGrp="1"/>
          </p:cNvSpPr>
          <p:nvPr>
            <p:ph type="dt" sz="half" idx="10"/>
          </p:nvPr>
        </p:nvSpPr>
        <p:spPr/>
        <p:txBody>
          <a:bodyPr/>
          <a:lstStyle/>
          <a:p>
            <a:fld id="{8A3C21E3-7D39-45E5-882C-8AD2B2C6F89A}" type="datetimeFigureOut">
              <a:rPr lang="en-GB" smtClean="0"/>
              <a:t>22/01/2026</a:t>
            </a:fld>
            <a:endParaRPr lang="en-GB"/>
          </a:p>
        </p:txBody>
      </p:sp>
      <p:sp>
        <p:nvSpPr>
          <p:cNvPr id="4" name="Footer Placeholder 3">
            <a:extLst>
              <a:ext uri="{FF2B5EF4-FFF2-40B4-BE49-F238E27FC236}">
                <a16:creationId xmlns:a16="http://schemas.microsoft.com/office/drawing/2014/main" id="{00F95DBD-8284-A61F-8A58-594F7AEE07B0}"/>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50A54F6A-C0BF-917A-01A6-FDEF96D3F9ED}"/>
              </a:ext>
            </a:extLst>
          </p:cNvPr>
          <p:cNvSpPr>
            <a:spLocks noGrp="1"/>
          </p:cNvSpPr>
          <p:nvPr>
            <p:ph type="sldNum" sz="quarter" idx="12"/>
          </p:nvPr>
        </p:nvSpPr>
        <p:spPr/>
        <p:txBody>
          <a:bodyPr/>
          <a:lstStyle/>
          <a:p>
            <a:fld id="{A8CB36DD-16E5-4A2F-AADB-4C4125F555FD}" type="slidenum">
              <a:rPr lang="en-GB" smtClean="0"/>
              <a:t>‹#›</a:t>
            </a:fld>
            <a:endParaRPr lang="en-GB"/>
          </a:p>
        </p:txBody>
      </p:sp>
    </p:spTree>
    <p:extLst>
      <p:ext uri="{BB962C8B-B14F-4D97-AF65-F5344CB8AC3E}">
        <p14:creationId xmlns:p14="http://schemas.microsoft.com/office/powerpoint/2010/main" val="25356223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DCF9323-523B-EC43-0E29-CE07D9A4773D}"/>
              </a:ext>
            </a:extLst>
          </p:cNvPr>
          <p:cNvSpPr>
            <a:spLocks noGrp="1"/>
          </p:cNvSpPr>
          <p:nvPr>
            <p:ph type="dt" sz="half" idx="10"/>
          </p:nvPr>
        </p:nvSpPr>
        <p:spPr/>
        <p:txBody>
          <a:bodyPr/>
          <a:lstStyle/>
          <a:p>
            <a:fld id="{8A3C21E3-7D39-45E5-882C-8AD2B2C6F89A}" type="datetimeFigureOut">
              <a:rPr lang="en-GB" smtClean="0"/>
              <a:t>22/01/2026</a:t>
            </a:fld>
            <a:endParaRPr lang="en-GB"/>
          </a:p>
        </p:txBody>
      </p:sp>
      <p:sp>
        <p:nvSpPr>
          <p:cNvPr id="3" name="Footer Placeholder 2">
            <a:extLst>
              <a:ext uri="{FF2B5EF4-FFF2-40B4-BE49-F238E27FC236}">
                <a16:creationId xmlns:a16="http://schemas.microsoft.com/office/drawing/2014/main" id="{5280B577-E472-2982-7F53-DA9C30271E73}"/>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B307C5C3-6620-7D68-E995-0ADBBC0AFC1D}"/>
              </a:ext>
            </a:extLst>
          </p:cNvPr>
          <p:cNvSpPr>
            <a:spLocks noGrp="1"/>
          </p:cNvSpPr>
          <p:nvPr>
            <p:ph type="sldNum" sz="quarter" idx="12"/>
          </p:nvPr>
        </p:nvSpPr>
        <p:spPr/>
        <p:txBody>
          <a:bodyPr/>
          <a:lstStyle/>
          <a:p>
            <a:fld id="{A8CB36DD-16E5-4A2F-AADB-4C4125F555FD}" type="slidenum">
              <a:rPr lang="en-GB" smtClean="0"/>
              <a:t>‹#›</a:t>
            </a:fld>
            <a:endParaRPr lang="en-GB"/>
          </a:p>
        </p:txBody>
      </p:sp>
    </p:spTree>
    <p:extLst>
      <p:ext uri="{BB962C8B-B14F-4D97-AF65-F5344CB8AC3E}">
        <p14:creationId xmlns:p14="http://schemas.microsoft.com/office/powerpoint/2010/main" val="16798568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B31EFE-BDA0-DBC7-275B-6B366473CF17}"/>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B53F092B-B214-C9C4-45C6-904FA082568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5980480C-5DBC-9469-63AB-1D0BBA3FA8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906F9C8-5A09-4DEB-EECB-199B462F1456}"/>
              </a:ext>
            </a:extLst>
          </p:cNvPr>
          <p:cNvSpPr>
            <a:spLocks noGrp="1"/>
          </p:cNvSpPr>
          <p:nvPr>
            <p:ph type="dt" sz="half" idx="10"/>
          </p:nvPr>
        </p:nvSpPr>
        <p:spPr/>
        <p:txBody>
          <a:bodyPr/>
          <a:lstStyle/>
          <a:p>
            <a:fld id="{8A3C21E3-7D39-45E5-882C-8AD2B2C6F89A}" type="datetimeFigureOut">
              <a:rPr lang="en-GB" smtClean="0"/>
              <a:t>22/01/2026</a:t>
            </a:fld>
            <a:endParaRPr lang="en-GB"/>
          </a:p>
        </p:txBody>
      </p:sp>
      <p:sp>
        <p:nvSpPr>
          <p:cNvPr id="6" name="Footer Placeholder 5">
            <a:extLst>
              <a:ext uri="{FF2B5EF4-FFF2-40B4-BE49-F238E27FC236}">
                <a16:creationId xmlns:a16="http://schemas.microsoft.com/office/drawing/2014/main" id="{BCD2A217-0E31-3B18-EF79-0207CF3F30A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B830538-BAA7-F114-6322-544072DD135E}"/>
              </a:ext>
            </a:extLst>
          </p:cNvPr>
          <p:cNvSpPr>
            <a:spLocks noGrp="1"/>
          </p:cNvSpPr>
          <p:nvPr>
            <p:ph type="sldNum" sz="quarter" idx="12"/>
          </p:nvPr>
        </p:nvSpPr>
        <p:spPr/>
        <p:txBody>
          <a:bodyPr/>
          <a:lstStyle/>
          <a:p>
            <a:fld id="{A8CB36DD-16E5-4A2F-AADB-4C4125F555FD}" type="slidenum">
              <a:rPr lang="en-GB" smtClean="0"/>
              <a:t>‹#›</a:t>
            </a:fld>
            <a:endParaRPr lang="en-GB"/>
          </a:p>
        </p:txBody>
      </p:sp>
    </p:spTree>
    <p:extLst>
      <p:ext uri="{BB962C8B-B14F-4D97-AF65-F5344CB8AC3E}">
        <p14:creationId xmlns:p14="http://schemas.microsoft.com/office/powerpoint/2010/main" val="11698473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69288-54D5-7C85-2B49-7528442F7875}"/>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6A208763-DE20-6865-2250-A4CEA6DD256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074773D8-2978-8817-BAFB-CD87E0B973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B29EFF1-186D-9817-EDF3-574B30D38B38}"/>
              </a:ext>
            </a:extLst>
          </p:cNvPr>
          <p:cNvSpPr>
            <a:spLocks noGrp="1"/>
          </p:cNvSpPr>
          <p:nvPr>
            <p:ph type="dt" sz="half" idx="10"/>
          </p:nvPr>
        </p:nvSpPr>
        <p:spPr/>
        <p:txBody>
          <a:bodyPr/>
          <a:lstStyle/>
          <a:p>
            <a:fld id="{8A3C21E3-7D39-45E5-882C-8AD2B2C6F89A}" type="datetimeFigureOut">
              <a:rPr lang="en-GB" smtClean="0"/>
              <a:t>22/01/2026</a:t>
            </a:fld>
            <a:endParaRPr lang="en-GB"/>
          </a:p>
        </p:txBody>
      </p:sp>
      <p:sp>
        <p:nvSpPr>
          <p:cNvPr id="6" name="Footer Placeholder 5">
            <a:extLst>
              <a:ext uri="{FF2B5EF4-FFF2-40B4-BE49-F238E27FC236}">
                <a16:creationId xmlns:a16="http://schemas.microsoft.com/office/drawing/2014/main" id="{D3275FAF-958C-C625-F3EF-57DE831A7A2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172E342-209C-8265-9259-136531989F15}"/>
              </a:ext>
            </a:extLst>
          </p:cNvPr>
          <p:cNvSpPr>
            <a:spLocks noGrp="1"/>
          </p:cNvSpPr>
          <p:nvPr>
            <p:ph type="sldNum" sz="quarter" idx="12"/>
          </p:nvPr>
        </p:nvSpPr>
        <p:spPr/>
        <p:txBody>
          <a:bodyPr/>
          <a:lstStyle/>
          <a:p>
            <a:fld id="{A8CB36DD-16E5-4A2F-AADB-4C4125F555FD}" type="slidenum">
              <a:rPr lang="en-GB" smtClean="0"/>
              <a:t>‹#›</a:t>
            </a:fld>
            <a:endParaRPr lang="en-GB"/>
          </a:p>
        </p:txBody>
      </p:sp>
    </p:spTree>
    <p:extLst>
      <p:ext uri="{BB962C8B-B14F-4D97-AF65-F5344CB8AC3E}">
        <p14:creationId xmlns:p14="http://schemas.microsoft.com/office/powerpoint/2010/main" val="11950947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A554B-3453-8291-CDA3-FF66F5392F35}"/>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51E1483A-F6F9-B2AC-2D47-176FBA67C94C}"/>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62FB42F6-87E2-3FBE-B370-8C8D279CDD92}"/>
              </a:ext>
            </a:extLst>
          </p:cNvPr>
          <p:cNvSpPr>
            <a:spLocks noGrp="1"/>
          </p:cNvSpPr>
          <p:nvPr>
            <p:ph type="dt" sz="half" idx="10"/>
          </p:nvPr>
        </p:nvSpPr>
        <p:spPr/>
        <p:txBody>
          <a:bodyPr/>
          <a:lstStyle/>
          <a:p>
            <a:fld id="{8A3C21E3-7D39-45E5-882C-8AD2B2C6F89A}" type="datetimeFigureOut">
              <a:rPr lang="en-GB" smtClean="0"/>
              <a:t>22/01/2026</a:t>
            </a:fld>
            <a:endParaRPr lang="en-GB"/>
          </a:p>
        </p:txBody>
      </p:sp>
      <p:sp>
        <p:nvSpPr>
          <p:cNvPr id="5" name="Footer Placeholder 4">
            <a:extLst>
              <a:ext uri="{FF2B5EF4-FFF2-40B4-BE49-F238E27FC236}">
                <a16:creationId xmlns:a16="http://schemas.microsoft.com/office/drawing/2014/main" id="{FED6619E-D63D-8925-0F11-CFBE59574FF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4048FB7-A001-43F0-59CD-5F294827D4FC}"/>
              </a:ext>
            </a:extLst>
          </p:cNvPr>
          <p:cNvSpPr>
            <a:spLocks noGrp="1"/>
          </p:cNvSpPr>
          <p:nvPr>
            <p:ph type="sldNum" sz="quarter" idx="12"/>
          </p:nvPr>
        </p:nvSpPr>
        <p:spPr/>
        <p:txBody>
          <a:bodyPr/>
          <a:lstStyle/>
          <a:p>
            <a:fld id="{A8CB36DD-16E5-4A2F-AADB-4C4125F555FD}" type="slidenum">
              <a:rPr lang="en-GB" smtClean="0"/>
              <a:t>‹#›</a:t>
            </a:fld>
            <a:endParaRPr lang="en-GB"/>
          </a:p>
        </p:txBody>
      </p:sp>
    </p:spTree>
    <p:extLst>
      <p:ext uri="{BB962C8B-B14F-4D97-AF65-F5344CB8AC3E}">
        <p14:creationId xmlns:p14="http://schemas.microsoft.com/office/powerpoint/2010/main" val="8236680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36ECA1A-868E-41E7-C796-EDADF0BA9B63}"/>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8177F9F5-7329-BC78-A98D-D5DB770CEA40}"/>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E9928693-08A3-02E2-FF8C-57BF41485291}"/>
              </a:ext>
            </a:extLst>
          </p:cNvPr>
          <p:cNvSpPr>
            <a:spLocks noGrp="1"/>
          </p:cNvSpPr>
          <p:nvPr>
            <p:ph type="dt" sz="half" idx="10"/>
          </p:nvPr>
        </p:nvSpPr>
        <p:spPr/>
        <p:txBody>
          <a:bodyPr/>
          <a:lstStyle/>
          <a:p>
            <a:fld id="{8A3C21E3-7D39-45E5-882C-8AD2B2C6F89A}" type="datetimeFigureOut">
              <a:rPr lang="en-GB" smtClean="0"/>
              <a:t>22/01/2026</a:t>
            </a:fld>
            <a:endParaRPr lang="en-GB"/>
          </a:p>
        </p:txBody>
      </p:sp>
      <p:sp>
        <p:nvSpPr>
          <p:cNvPr id="5" name="Footer Placeholder 4">
            <a:extLst>
              <a:ext uri="{FF2B5EF4-FFF2-40B4-BE49-F238E27FC236}">
                <a16:creationId xmlns:a16="http://schemas.microsoft.com/office/drawing/2014/main" id="{946C350B-EB8B-DC91-0981-5243F7D2170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A37159A-0F86-5625-211B-2A2E149205E0}"/>
              </a:ext>
            </a:extLst>
          </p:cNvPr>
          <p:cNvSpPr>
            <a:spLocks noGrp="1"/>
          </p:cNvSpPr>
          <p:nvPr>
            <p:ph type="sldNum" sz="quarter" idx="12"/>
          </p:nvPr>
        </p:nvSpPr>
        <p:spPr/>
        <p:txBody>
          <a:bodyPr/>
          <a:lstStyle/>
          <a:p>
            <a:fld id="{A8CB36DD-16E5-4A2F-AADB-4C4125F555FD}" type="slidenum">
              <a:rPr lang="en-GB" smtClean="0"/>
              <a:t>‹#›</a:t>
            </a:fld>
            <a:endParaRPr lang="en-GB"/>
          </a:p>
        </p:txBody>
      </p:sp>
    </p:spTree>
    <p:extLst>
      <p:ext uri="{BB962C8B-B14F-4D97-AF65-F5344CB8AC3E}">
        <p14:creationId xmlns:p14="http://schemas.microsoft.com/office/powerpoint/2010/main" val="18090492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4484FA-1417-4986-DB15-E2A8F5B1E7F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08247E3A-25B9-4E77-20FD-6A68512F3CB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CF507ADD-8871-A186-9F03-754F9C01F71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A3C21E3-7D39-45E5-882C-8AD2B2C6F89A}" type="datetimeFigureOut">
              <a:rPr lang="en-GB" smtClean="0"/>
              <a:t>22/01/2026</a:t>
            </a:fld>
            <a:endParaRPr lang="en-GB"/>
          </a:p>
        </p:txBody>
      </p:sp>
      <p:sp>
        <p:nvSpPr>
          <p:cNvPr id="5" name="Footer Placeholder 4">
            <a:extLst>
              <a:ext uri="{FF2B5EF4-FFF2-40B4-BE49-F238E27FC236}">
                <a16:creationId xmlns:a16="http://schemas.microsoft.com/office/drawing/2014/main" id="{8F240DA9-3991-16D8-02C1-DDDDD1A9BCF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DB0000AE-D3E1-B622-696D-548D142668E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8CB36DD-16E5-4A2F-AADB-4C4125F555FD}" type="slidenum">
              <a:rPr lang="en-GB" smtClean="0"/>
              <a:t>‹#›</a:t>
            </a:fld>
            <a:endParaRPr lang="en-GB"/>
          </a:p>
        </p:txBody>
      </p:sp>
    </p:spTree>
    <p:extLst>
      <p:ext uri="{BB962C8B-B14F-4D97-AF65-F5344CB8AC3E}">
        <p14:creationId xmlns:p14="http://schemas.microsoft.com/office/powerpoint/2010/main" val="27919097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www.ecad.eu/"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2B507065-F899-4824-3781-177E599F241C}"/>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65551A31-4328-DCCA-D801-0A2D704982BB}"/>
              </a:ext>
            </a:extLst>
          </p:cNvPr>
          <p:cNvSpPr>
            <a:spLocks noGrp="1"/>
          </p:cNvSpPr>
          <p:nvPr>
            <p:ph type="subTitle" idx="1"/>
          </p:nvPr>
        </p:nvSpPr>
        <p:spPr>
          <a:xfrm>
            <a:off x="1284514" y="3015531"/>
            <a:ext cx="9144000" cy="1655762"/>
          </a:xfrm>
        </p:spPr>
        <p:txBody>
          <a:bodyPr/>
          <a:lstStyle/>
          <a:p>
            <a:r>
              <a:rPr lang="en-US" dirty="0">
                <a:solidFill>
                  <a:schemeClr val="bg1"/>
                </a:solidFill>
              </a:rPr>
              <a:t>Sam Monteath</a:t>
            </a:r>
          </a:p>
          <a:p>
            <a:r>
              <a:rPr lang="en-US" dirty="0">
                <a:solidFill>
                  <a:schemeClr val="bg1"/>
                </a:solidFill>
              </a:rPr>
              <a:t>January 2026</a:t>
            </a:r>
            <a:endParaRPr lang="en-GB" dirty="0">
              <a:solidFill>
                <a:schemeClr val="bg1"/>
              </a:solidFill>
            </a:endParaRPr>
          </a:p>
        </p:txBody>
      </p:sp>
      <p:pic>
        <p:nvPicPr>
          <p:cNvPr id="19" name="Picture 18">
            <a:extLst>
              <a:ext uri="{FF2B5EF4-FFF2-40B4-BE49-F238E27FC236}">
                <a16:creationId xmlns:a16="http://schemas.microsoft.com/office/drawing/2014/main" id="{62A7380F-C9BF-6A41-F08B-D7BE2E54D504}"/>
              </a:ext>
            </a:extLst>
          </p:cNvPr>
          <p:cNvPicPr>
            <a:picLocks noChangeAspect="1"/>
          </p:cNvPicPr>
          <p:nvPr/>
        </p:nvPicPr>
        <p:blipFill>
          <a:blip r:embed="rId2"/>
          <a:stretch>
            <a:fillRect/>
          </a:stretch>
        </p:blipFill>
        <p:spPr>
          <a:xfrm>
            <a:off x="1888532" y="6317958"/>
            <a:ext cx="374359" cy="385245"/>
          </a:xfrm>
          <a:prstGeom prst="rect">
            <a:avLst/>
          </a:prstGeom>
        </p:spPr>
      </p:pic>
      <p:sp>
        <p:nvSpPr>
          <p:cNvPr id="50" name="Subtitle 2">
            <a:extLst>
              <a:ext uri="{FF2B5EF4-FFF2-40B4-BE49-F238E27FC236}">
                <a16:creationId xmlns:a16="http://schemas.microsoft.com/office/drawing/2014/main" id="{0B41A3CE-1883-DFB4-949B-2BC4BC47D2FF}"/>
              </a:ext>
            </a:extLst>
          </p:cNvPr>
          <p:cNvSpPr txBox="1">
            <a:spLocks/>
          </p:cNvSpPr>
          <p:nvPr/>
        </p:nvSpPr>
        <p:spPr>
          <a:xfrm>
            <a:off x="1284514" y="1359769"/>
            <a:ext cx="9144000" cy="1655762"/>
          </a:xfrm>
          <a:prstGeom prst="rect">
            <a:avLst/>
          </a:prstGeom>
        </p:spPr>
        <p:txBody>
          <a:bodyPr vert="horz" lIns="91440" tIns="45720" rIns="91440" bIns="45720" rtlCol="0">
            <a:normAutofit fontScale="77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6000" b="1" dirty="0">
                <a:solidFill>
                  <a:schemeClr val="bg1"/>
                </a:solidFill>
              </a:rPr>
              <a:t> </a:t>
            </a:r>
            <a:r>
              <a:rPr lang="en-US" sz="6000" b="1" dirty="0" err="1">
                <a:solidFill>
                  <a:schemeClr val="bg1"/>
                </a:solidFill>
              </a:rPr>
              <a:t>ClimateWins</a:t>
            </a:r>
            <a:endParaRPr lang="en-US" sz="6000" b="1" dirty="0">
              <a:solidFill>
                <a:schemeClr val="bg1"/>
              </a:solidFill>
            </a:endParaRPr>
          </a:p>
          <a:p>
            <a:r>
              <a:rPr lang="en-US" sz="6000" dirty="0">
                <a:solidFill>
                  <a:schemeClr val="bg1"/>
                </a:solidFill>
              </a:rPr>
              <a:t>Machine Learning with Python 	</a:t>
            </a:r>
            <a:endParaRPr lang="en-GB" sz="6000" dirty="0">
              <a:solidFill>
                <a:schemeClr val="bg1"/>
              </a:solidFill>
            </a:endParaRPr>
          </a:p>
        </p:txBody>
      </p:sp>
      <p:graphicFrame>
        <p:nvGraphicFramePr>
          <p:cNvPr id="51" name="Table 50">
            <a:extLst>
              <a:ext uri="{FF2B5EF4-FFF2-40B4-BE49-F238E27FC236}">
                <a16:creationId xmlns:a16="http://schemas.microsoft.com/office/drawing/2014/main" id="{133B142F-98D1-E393-D10A-53A7F14C7F88}"/>
              </a:ext>
            </a:extLst>
          </p:cNvPr>
          <p:cNvGraphicFramePr>
            <a:graphicFrameLocks noGrp="1"/>
          </p:cNvGraphicFramePr>
          <p:nvPr>
            <p:extLst>
              <p:ext uri="{D42A27DB-BD31-4B8C-83A1-F6EECF244321}">
                <p14:modId xmlns:p14="http://schemas.microsoft.com/office/powerpoint/2010/main" val="2037736369"/>
              </p:ext>
            </p:extLst>
          </p:nvPr>
        </p:nvGraphicFramePr>
        <p:xfrm>
          <a:off x="2300514" y="6327055"/>
          <a:ext cx="8128000" cy="418996"/>
        </p:xfrm>
        <a:graphic>
          <a:graphicData uri="http://schemas.openxmlformats.org/drawingml/2006/table">
            <a:tbl>
              <a:tblPr firstRow="1" bandRow="1">
                <a:tableStyleId>{2D5ABB26-0587-4C30-8999-92F81FD0307C}</a:tableStyleId>
              </a:tblPr>
              <a:tblGrid>
                <a:gridCol w="8128000">
                  <a:extLst>
                    <a:ext uri="{9D8B030D-6E8A-4147-A177-3AD203B41FA5}">
                      <a16:colId xmlns:a16="http://schemas.microsoft.com/office/drawing/2014/main" val="3813831870"/>
                    </a:ext>
                  </a:extLst>
                </a:gridCol>
              </a:tblGrid>
              <a:tr h="418996">
                <a:tc>
                  <a:txBody>
                    <a:bodyPr/>
                    <a:lstStyle/>
                    <a:p>
                      <a:pPr marL="0" algn="l" defTabSz="914400" rtl="0" eaLnBrk="1" latinLnBrk="0" hangingPunct="1"/>
                      <a:r>
                        <a:rPr lang="en-GB" sz="1800" kern="1200" dirty="0">
                          <a:solidFill>
                            <a:schemeClr val="bg1"/>
                          </a:solidFill>
                          <a:latin typeface="+mn-lt"/>
                          <a:ea typeface="+mn-ea"/>
                          <a:cs typeface="+mn-cs"/>
                        </a:rPr>
                        <a:t>github.com/SamMonteath/</a:t>
                      </a:r>
                      <a:r>
                        <a:rPr lang="en-GB" sz="1800" kern="1200" dirty="0" err="1">
                          <a:solidFill>
                            <a:schemeClr val="bg1"/>
                          </a:solidFill>
                          <a:latin typeface="+mn-lt"/>
                          <a:ea typeface="+mn-ea"/>
                          <a:cs typeface="+mn-cs"/>
                        </a:rPr>
                        <a:t>ClimateWins_Supervised_Machine_Learning</a:t>
                      </a:r>
                      <a:endParaRPr lang="en-GB" sz="1800" kern="1200" dirty="0">
                        <a:solidFill>
                          <a:schemeClr val="bg1"/>
                        </a:solidFill>
                        <a:highlight>
                          <a:srgbClr val="FFFF00"/>
                        </a:highlight>
                        <a:latin typeface="+mn-lt"/>
                        <a:ea typeface="+mn-ea"/>
                        <a:cs typeface="+mn-cs"/>
                      </a:endParaRPr>
                    </a:p>
                  </a:txBody>
                  <a:tcPr/>
                </a:tc>
                <a:extLst>
                  <a:ext uri="{0D108BD9-81ED-4DB2-BD59-A6C34878D82A}">
                    <a16:rowId xmlns:a16="http://schemas.microsoft.com/office/drawing/2014/main" val="479349012"/>
                  </a:ext>
                </a:extLst>
              </a:tr>
            </a:tbl>
          </a:graphicData>
        </a:graphic>
      </p:graphicFrame>
      <p:pic>
        <p:nvPicPr>
          <p:cNvPr id="2" name="Picture 1">
            <a:extLst>
              <a:ext uri="{FF2B5EF4-FFF2-40B4-BE49-F238E27FC236}">
                <a16:creationId xmlns:a16="http://schemas.microsoft.com/office/drawing/2014/main" id="{FAF2E204-7459-F2A9-E364-D55321270200}"/>
              </a:ext>
            </a:extLst>
          </p:cNvPr>
          <p:cNvPicPr>
            <a:picLocks noChangeAspect="1"/>
          </p:cNvPicPr>
          <p:nvPr/>
        </p:nvPicPr>
        <p:blipFill>
          <a:blip r:embed="rId3"/>
          <a:stretch>
            <a:fillRect/>
          </a:stretch>
        </p:blipFill>
        <p:spPr>
          <a:xfrm>
            <a:off x="9563063" y="1754924"/>
            <a:ext cx="865451" cy="865451"/>
          </a:xfrm>
          <a:prstGeom prst="rect">
            <a:avLst/>
          </a:prstGeom>
        </p:spPr>
      </p:pic>
    </p:spTree>
    <p:extLst>
      <p:ext uri="{BB962C8B-B14F-4D97-AF65-F5344CB8AC3E}">
        <p14:creationId xmlns:p14="http://schemas.microsoft.com/office/powerpoint/2010/main" val="23236197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263F34FB-AC09-0692-1C97-55F8C91664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75C42F-DB1F-BCDC-03A1-452C60D46642}"/>
              </a:ext>
            </a:extLst>
          </p:cNvPr>
          <p:cNvSpPr>
            <a:spLocks noGrp="1"/>
          </p:cNvSpPr>
          <p:nvPr>
            <p:ph type="title"/>
          </p:nvPr>
        </p:nvSpPr>
        <p:spPr>
          <a:xfrm>
            <a:off x="838200" y="588067"/>
            <a:ext cx="10515600" cy="1325563"/>
          </a:xfrm>
        </p:spPr>
        <p:txBody>
          <a:bodyPr/>
          <a:lstStyle/>
          <a:p>
            <a:endParaRPr lang="en-GB" dirty="0"/>
          </a:p>
        </p:txBody>
      </p:sp>
      <p:sp>
        <p:nvSpPr>
          <p:cNvPr id="10" name="Subtitle 2">
            <a:extLst>
              <a:ext uri="{FF2B5EF4-FFF2-40B4-BE49-F238E27FC236}">
                <a16:creationId xmlns:a16="http://schemas.microsoft.com/office/drawing/2014/main" id="{7C0E7CBD-8D28-700B-74B9-F64097AC0ECC}"/>
              </a:ext>
            </a:extLst>
          </p:cNvPr>
          <p:cNvSpPr txBox="1">
            <a:spLocks/>
          </p:cNvSpPr>
          <p:nvPr/>
        </p:nvSpPr>
        <p:spPr>
          <a:xfrm>
            <a:off x="1232454" y="588067"/>
            <a:ext cx="9144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6000" dirty="0">
                <a:solidFill>
                  <a:schemeClr val="bg1"/>
                </a:solidFill>
              </a:rPr>
              <a:t>Objective</a:t>
            </a:r>
            <a:endParaRPr lang="en-GB" sz="6000" dirty="0">
              <a:solidFill>
                <a:schemeClr val="bg1"/>
              </a:solidFill>
            </a:endParaRPr>
          </a:p>
        </p:txBody>
      </p:sp>
      <p:sp>
        <p:nvSpPr>
          <p:cNvPr id="7" name="Content Placeholder 6">
            <a:extLst>
              <a:ext uri="{FF2B5EF4-FFF2-40B4-BE49-F238E27FC236}">
                <a16:creationId xmlns:a16="http://schemas.microsoft.com/office/drawing/2014/main" id="{AF0A341C-D418-D40C-9429-3DE0D4D3601C}"/>
              </a:ext>
            </a:extLst>
          </p:cNvPr>
          <p:cNvSpPr>
            <a:spLocks noGrp="1"/>
          </p:cNvSpPr>
          <p:nvPr>
            <p:ph idx="1"/>
          </p:nvPr>
        </p:nvSpPr>
        <p:spPr/>
        <p:txBody>
          <a:bodyPr>
            <a:normAutofit lnSpcReduction="10000"/>
          </a:bodyPr>
          <a:lstStyle/>
          <a:p>
            <a:r>
              <a:rPr lang="en-US" dirty="0">
                <a:solidFill>
                  <a:schemeClr val="bg1"/>
                </a:solidFill>
              </a:rPr>
              <a:t>Using Machine Learning to help predict the consequences of Climate Change</a:t>
            </a:r>
          </a:p>
          <a:p>
            <a:endParaRPr lang="en-US" dirty="0">
              <a:solidFill>
                <a:schemeClr val="bg1"/>
              </a:solidFill>
            </a:endParaRPr>
          </a:p>
          <a:p>
            <a:pPr marL="0" indent="0">
              <a:buNone/>
            </a:pPr>
            <a:r>
              <a:rPr lang="en-US" dirty="0">
                <a:solidFill>
                  <a:schemeClr val="bg1"/>
                </a:solidFill>
              </a:rPr>
              <a:t>Potential Hypotheses to be investigated:</a:t>
            </a:r>
          </a:p>
          <a:p>
            <a:pPr marL="514350" indent="-514350">
              <a:buFont typeface="+mj-lt"/>
              <a:buAutoNum type="arabicPeriod"/>
            </a:pPr>
            <a:r>
              <a:rPr lang="en-US" dirty="0">
                <a:solidFill>
                  <a:schemeClr val="bg1"/>
                </a:solidFill>
              </a:rPr>
              <a:t>Daily temperature can be accurately predicted from other weather variables</a:t>
            </a:r>
          </a:p>
          <a:p>
            <a:pPr marL="514350" indent="-514350">
              <a:buFont typeface="+mj-lt"/>
              <a:buAutoNum type="arabicPeriod"/>
            </a:pPr>
            <a:r>
              <a:rPr lang="en-US" dirty="0">
                <a:solidFill>
                  <a:schemeClr val="bg1"/>
                </a:solidFill>
              </a:rPr>
              <a:t>Extreme weather events can be classified using preceding weather conditions</a:t>
            </a:r>
          </a:p>
          <a:p>
            <a:pPr marL="514350" indent="-514350">
              <a:buFont typeface="+mj-lt"/>
              <a:buAutoNum type="arabicPeriod"/>
            </a:pPr>
            <a:r>
              <a:rPr lang="en-US" dirty="0">
                <a:solidFill>
                  <a:schemeClr val="bg1"/>
                </a:solidFill>
              </a:rPr>
              <a:t>Location identity can be predicted from weather patterns alone</a:t>
            </a:r>
          </a:p>
          <a:p>
            <a:pPr marL="0" indent="0">
              <a:buNone/>
            </a:pPr>
            <a:r>
              <a:rPr lang="en-US" dirty="0">
                <a:solidFill>
                  <a:schemeClr val="bg1"/>
                </a:solidFill>
              </a:rPr>
              <a:t>With each of these looked at over time, as the Earth gets hotter</a:t>
            </a:r>
            <a:endParaRPr lang="en-GB" dirty="0">
              <a:solidFill>
                <a:schemeClr val="bg1"/>
              </a:solidFill>
            </a:endParaRPr>
          </a:p>
        </p:txBody>
      </p:sp>
    </p:spTree>
    <p:extLst>
      <p:ext uri="{BB962C8B-B14F-4D97-AF65-F5344CB8AC3E}">
        <p14:creationId xmlns:p14="http://schemas.microsoft.com/office/powerpoint/2010/main" val="15944025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16DB060A-9387-E0DA-6B6B-2446BA0074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771F8B-6C93-5AE2-9F31-1DD1D6E37B95}"/>
              </a:ext>
            </a:extLst>
          </p:cNvPr>
          <p:cNvSpPr>
            <a:spLocks noGrp="1"/>
          </p:cNvSpPr>
          <p:nvPr>
            <p:ph type="title"/>
          </p:nvPr>
        </p:nvSpPr>
        <p:spPr>
          <a:xfrm>
            <a:off x="838200" y="588067"/>
            <a:ext cx="10515600" cy="1325563"/>
          </a:xfrm>
        </p:spPr>
        <p:txBody>
          <a:bodyPr/>
          <a:lstStyle/>
          <a:p>
            <a:endParaRPr lang="en-GB" dirty="0"/>
          </a:p>
        </p:txBody>
      </p:sp>
      <p:sp>
        <p:nvSpPr>
          <p:cNvPr id="7" name="Content Placeholder 6">
            <a:extLst>
              <a:ext uri="{FF2B5EF4-FFF2-40B4-BE49-F238E27FC236}">
                <a16:creationId xmlns:a16="http://schemas.microsoft.com/office/drawing/2014/main" id="{6556608D-40B3-DC56-4A46-764626BBF1F8}"/>
              </a:ext>
            </a:extLst>
          </p:cNvPr>
          <p:cNvSpPr>
            <a:spLocks noGrp="1"/>
          </p:cNvSpPr>
          <p:nvPr>
            <p:ph idx="1"/>
          </p:nvPr>
        </p:nvSpPr>
        <p:spPr>
          <a:xfrm>
            <a:off x="838200" y="1825625"/>
            <a:ext cx="10515600" cy="4670868"/>
          </a:xfrm>
        </p:spPr>
        <p:txBody>
          <a:bodyPr>
            <a:normAutofit fontScale="62500" lnSpcReduction="20000"/>
          </a:bodyPr>
          <a:lstStyle/>
          <a:p>
            <a:r>
              <a:rPr lang="en-US" dirty="0">
                <a:solidFill>
                  <a:schemeClr val="bg1"/>
                </a:solidFill>
              </a:rPr>
              <a:t>The data set consists of weather observations from 18 different weather stations across Europe, which contain data ranging from the late 1800s to 2022.</a:t>
            </a:r>
          </a:p>
          <a:p>
            <a:r>
              <a:rPr lang="en-US" dirty="0">
                <a:solidFill>
                  <a:schemeClr val="bg1"/>
                </a:solidFill>
              </a:rPr>
              <a:t>Recordings exist for almost every day with values such as temperature, wind speed, snow, global radiation and more.</a:t>
            </a:r>
          </a:p>
          <a:p>
            <a:r>
              <a:rPr lang="en-US" dirty="0">
                <a:solidFill>
                  <a:schemeClr val="bg1"/>
                </a:solidFill>
              </a:rPr>
              <a:t>This data is collected by the </a:t>
            </a:r>
            <a:r>
              <a:rPr lang="en-US" dirty="0">
                <a:solidFill>
                  <a:schemeClr val="bg1"/>
                </a:solidFill>
                <a:hlinkClick r:id="rId2"/>
              </a:rPr>
              <a:t>European Climate Assessment &amp; Data Set</a:t>
            </a:r>
            <a:r>
              <a:rPr lang="en-US" dirty="0">
                <a:solidFill>
                  <a:schemeClr val="bg1"/>
                </a:solidFill>
              </a:rPr>
              <a:t> project.</a:t>
            </a:r>
          </a:p>
          <a:p>
            <a:pPr marL="0" indent="0">
              <a:buNone/>
            </a:pPr>
            <a:r>
              <a:rPr lang="en-US" b="1" dirty="0">
                <a:solidFill>
                  <a:schemeClr val="bg1"/>
                </a:solidFill>
              </a:rPr>
              <a:t>Potential Data Biases</a:t>
            </a:r>
          </a:p>
          <a:p>
            <a:r>
              <a:rPr lang="en-US" dirty="0">
                <a:solidFill>
                  <a:schemeClr val="bg1"/>
                </a:solidFill>
              </a:rPr>
              <a:t>The </a:t>
            </a:r>
            <a:r>
              <a:rPr lang="en-US">
                <a:solidFill>
                  <a:schemeClr val="bg1"/>
                </a:solidFill>
              </a:rPr>
              <a:t>data is </a:t>
            </a:r>
            <a:r>
              <a:rPr lang="en-US" dirty="0">
                <a:solidFill>
                  <a:schemeClr val="bg1"/>
                </a:solidFill>
              </a:rPr>
              <a:t>European – often North European - what we learn from this may not be applicable in other regions</a:t>
            </a:r>
          </a:p>
          <a:p>
            <a:r>
              <a:rPr lang="en-US" dirty="0">
                <a:solidFill>
                  <a:schemeClr val="bg1"/>
                </a:solidFill>
              </a:rPr>
              <a:t>This data stretches back some time, whereas the effects of climate change are happening rapidly – what used to happen may not anymore, so it may be hard to make current predictions</a:t>
            </a:r>
          </a:p>
          <a:p>
            <a:r>
              <a:rPr lang="en-US" dirty="0">
                <a:solidFill>
                  <a:schemeClr val="bg1"/>
                </a:solidFill>
              </a:rPr>
              <a:t>I believe this is purely scientifically collated data, but am conscious that Climate Change science is still disputed, and some data may be more selectively chosen to promote one view over another.</a:t>
            </a:r>
          </a:p>
          <a:p>
            <a:pPr marL="0" indent="0">
              <a:buNone/>
            </a:pPr>
            <a:r>
              <a:rPr lang="en-US" b="1" dirty="0">
                <a:solidFill>
                  <a:schemeClr val="bg1"/>
                </a:solidFill>
              </a:rPr>
              <a:t>Accuracy</a:t>
            </a:r>
          </a:p>
          <a:p>
            <a:r>
              <a:rPr lang="en-US" dirty="0">
                <a:solidFill>
                  <a:schemeClr val="bg1"/>
                </a:solidFill>
              </a:rPr>
              <a:t>I have performed regular checks on the data as used it. This has revealed occasional issues, such as the same temperature being recorded at one location for a full year.</a:t>
            </a:r>
            <a:br>
              <a:rPr lang="en-US" dirty="0">
                <a:solidFill>
                  <a:schemeClr val="bg1"/>
                </a:solidFill>
              </a:rPr>
            </a:br>
            <a:r>
              <a:rPr lang="en-US" dirty="0">
                <a:solidFill>
                  <a:schemeClr val="bg1"/>
                </a:solidFill>
              </a:rPr>
              <a:t>Where this has occurred – given the size of the data set it has simply been possible to use other locations and dates.</a:t>
            </a:r>
          </a:p>
        </p:txBody>
      </p:sp>
      <p:sp>
        <p:nvSpPr>
          <p:cNvPr id="3" name="Subtitle 2">
            <a:extLst>
              <a:ext uri="{FF2B5EF4-FFF2-40B4-BE49-F238E27FC236}">
                <a16:creationId xmlns:a16="http://schemas.microsoft.com/office/drawing/2014/main" id="{443DB0ED-DC46-B903-F48D-8BBC71568003}"/>
              </a:ext>
            </a:extLst>
          </p:cNvPr>
          <p:cNvSpPr txBox="1">
            <a:spLocks/>
          </p:cNvSpPr>
          <p:nvPr/>
        </p:nvSpPr>
        <p:spPr>
          <a:xfrm>
            <a:off x="1232454" y="588067"/>
            <a:ext cx="9144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6000" dirty="0">
                <a:solidFill>
                  <a:schemeClr val="bg1"/>
                </a:solidFill>
              </a:rPr>
              <a:t>Data</a:t>
            </a:r>
            <a:endParaRPr lang="en-GB" sz="6000" dirty="0">
              <a:solidFill>
                <a:schemeClr val="bg1"/>
              </a:solidFill>
            </a:endParaRPr>
          </a:p>
        </p:txBody>
      </p:sp>
    </p:spTree>
    <p:extLst>
      <p:ext uri="{BB962C8B-B14F-4D97-AF65-F5344CB8AC3E}">
        <p14:creationId xmlns:p14="http://schemas.microsoft.com/office/powerpoint/2010/main" val="21912734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09DB0DD8-2309-BEB5-9822-F86605855D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BE037D-05A6-E757-4883-743A5AB71555}"/>
              </a:ext>
            </a:extLst>
          </p:cNvPr>
          <p:cNvSpPr>
            <a:spLocks noGrp="1"/>
          </p:cNvSpPr>
          <p:nvPr>
            <p:ph type="title"/>
          </p:nvPr>
        </p:nvSpPr>
        <p:spPr>
          <a:xfrm>
            <a:off x="838200" y="588067"/>
            <a:ext cx="10515600" cy="1325563"/>
          </a:xfrm>
        </p:spPr>
        <p:txBody>
          <a:bodyPr/>
          <a:lstStyle/>
          <a:p>
            <a:endParaRPr lang="en-GB" dirty="0"/>
          </a:p>
        </p:txBody>
      </p:sp>
      <p:sp>
        <p:nvSpPr>
          <p:cNvPr id="7" name="Content Placeholder 6">
            <a:extLst>
              <a:ext uri="{FF2B5EF4-FFF2-40B4-BE49-F238E27FC236}">
                <a16:creationId xmlns:a16="http://schemas.microsoft.com/office/drawing/2014/main" id="{F6C98A08-ED91-8AB6-67EA-198A2FFADBF1}"/>
              </a:ext>
            </a:extLst>
          </p:cNvPr>
          <p:cNvSpPr>
            <a:spLocks noGrp="1"/>
          </p:cNvSpPr>
          <p:nvPr>
            <p:ph idx="1"/>
          </p:nvPr>
        </p:nvSpPr>
        <p:spPr>
          <a:xfrm>
            <a:off x="838200" y="1825625"/>
            <a:ext cx="8027101" cy="4670868"/>
          </a:xfrm>
        </p:spPr>
        <p:txBody>
          <a:bodyPr>
            <a:normAutofit/>
          </a:bodyPr>
          <a:lstStyle/>
          <a:p>
            <a:r>
              <a:rPr lang="en-US" sz="2000" dirty="0">
                <a:solidFill>
                  <a:schemeClr val="bg1"/>
                </a:solidFill>
              </a:rPr>
              <a:t>To explore the structure of the dataset, I implemented gradient descent to </a:t>
            </a:r>
            <a:r>
              <a:rPr lang="en-US" sz="2000" dirty="0" err="1">
                <a:solidFill>
                  <a:schemeClr val="bg1"/>
                </a:solidFill>
              </a:rPr>
              <a:t>optimise</a:t>
            </a:r>
            <a:r>
              <a:rPr lang="en-US" sz="2000" dirty="0">
                <a:solidFill>
                  <a:schemeClr val="bg1"/>
                </a:solidFill>
              </a:rPr>
              <a:t> a simple linear model.</a:t>
            </a:r>
          </a:p>
          <a:p>
            <a:r>
              <a:rPr lang="en-US" sz="2000" dirty="0">
                <a:solidFill>
                  <a:schemeClr val="bg1"/>
                </a:solidFill>
              </a:rPr>
              <a:t>The goal was not to perform feature selection, but to understand whether the features in the dataset could support a linear predictive relationship.</a:t>
            </a:r>
          </a:p>
          <a:p>
            <a:r>
              <a:rPr lang="en-US" sz="2000" dirty="0">
                <a:solidFill>
                  <a:schemeClr val="bg1"/>
                </a:solidFill>
              </a:rPr>
              <a:t>By adjusting the parameters - Thetas, Iterations, Step Sizes - and observing convergence behaviour, I was able to see how the model responded to the underlying data.</a:t>
            </a:r>
          </a:p>
          <a:p>
            <a:r>
              <a:rPr lang="en-US" sz="2000" dirty="0">
                <a:solidFill>
                  <a:schemeClr val="bg1"/>
                </a:solidFill>
              </a:rPr>
              <a:t>The </a:t>
            </a:r>
            <a:r>
              <a:rPr lang="en-US" sz="2000" dirty="0" err="1">
                <a:solidFill>
                  <a:schemeClr val="bg1"/>
                </a:solidFill>
              </a:rPr>
              <a:t>optimisation</a:t>
            </a:r>
            <a:r>
              <a:rPr lang="en-US" sz="2000" dirty="0">
                <a:solidFill>
                  <a:schemeClr val="bg1"/>
                </a:solidFill>
              </a:rPr>
              <a:t> process showed that the loss decreased consistently and converged to a stable minimum, indicating that a linear model could fit the data.</a:t>
            </a:r>
          </a:p>
          <a:p>
            <a:r>
              <a:rPr lang="en-US" sz="2000" dirty="0">
                <a:solidFill>
                  <a:schemeClr val="bg1"/>
                </a:solidFill>
              </a:rPr>
              <a:t>This informed the later choice of machine‑learning models, as it suggested that more complex nonlinear models might not be strictly necessary</a:t>
            </a:r>
          </a:p>
        </p:txBody>
      </p:sp>
      <p:sp>
        <p:nvSpPr>
          <p:cNvPr id="3" name="Subtitle 2">
            <a:extLst>
              <a:ext uri="{FF2B5EF4-FFF2-40B4-BE49-F238E27FC236}">
                <a16:creationId xmlns:a16="http://schemas.microsoft.com/office/drawing/2014/main" id="{AB08B7FA-F456-1225-E89B-0389F528710B}"/>
              </a:ext>
            </a:extLst>
          </p:cNvPr>
          <p:cNvSpPr txBox="1">
            <a:spLocks/>
          </p:cNvSpPr>
          <p:nvPr/>
        </p:nvSpPr>
        <p:spPr>
          <a:xfrm>
            <a:off x="1232454" y="588067"/>
            <a:ext cx="9144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6000" dirty="0" err="1">
                <a:solidFill>
                  <a:schemeClr val="bg1"/>
                </a:solidFill>
              </a:rPr>
              <a:t>Optimisation</a:t>
            </a:r>
            <a:endParaRPr lang="en-GB" sz="6000" dirty="0">
              <a:solidFill>
                <a:schemeClr val="bg1"/>
              </a:solidFill>
            </a:endParaRPr>
          </a:p>
        </p:txBody>
      </p:sp>
      <p:pic>
        <p:nvPicPr>
          <p:cNvPr id="5" name="Picture 4" descr="A graph with a red dot&#10;&#10;AI-generated content may be incorrect.">
            <a:extLst>
              <a:ext uri="{FF2B5EF4-FFF2-40B4-BE49-F238E27FC236}">
                <a16:creationId xmlns:a16="http://schemas.microsoft.com/office/drawing/2014/main" id="{F1E47B99-ED99-FC4D-C089-8369002C67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65301" y="2243829"/>
            <a:ext cx="3022305" cy="3022305"/>
          </a:xfrm>
          <a:prstGeom prst="rect">
            <a:avLst/>
          </a:prstGeom>
        </p:spPr>
      </p:pic>
      <p:sp>
        <p:nvSpPr>
          <p:cNvPr id="6" name="TextBox 5">
            <a:extLst>
              <a:ext uri="{FF2B5EF4-FFF2-40B4-BE49-F238E27FC236}">
                <a16:creationId xmlns:a16="http://schemas.microsoft.com/office/drawing/2014/main" id="{A1D6F2C5-317B-07F6-8181-06FAE8C59EA6}"/>
              </a:ext>
            </a:extLst>
          </p:cNvPr>
          <p:cNvSpPr txBox="1"/>
          <p:nvPr/>
        </p:nvSpPr>
        <p:spPr>
          <a:xfrm>
            <a:off x="8945247" y="5355749"/>
            <a:ext cx="2862411" cy="646331"/>
          </a:xfrm>
          <a:prstGeom prst="rect">
            <a:avLst/>
          </a:prstGeom>
          <a:noFill/>
        </p:spPr>
        <p:txBody>
          <a:bodyPr wrap="square" rtlCol="0">
            <a:spAutoFit/>
          </a:bodyPr>
          <a:lstStyle/>
          <a:p>
            <a:pPr algn="ctr"/>
            <a:r>
              <a:rPr lang="en-US" sz="1200" b="1" dirty="0">
                <a:solidFill>
                  <a:schemeClr val="bg1"/>
                </a:solidFill>
              </a:rPr>
              <a:t>Animation of the path of the gradient descent, showing the path to final estimated values of thetas</a:t>
            </a:r>
            <a:endParaRPr lang="en-GB" sz="1200" b="1" dirty="0">
              <a:solidFill>
                <a:schemeClr val="bg1"/>
              </a:solidFill>
            </a:endParaRPr>
          </a:p>
        </p:txBody>
      </p:sp>
    </p:spTree>
    <p:extLst>
      <p:ext uri="{BB962C8B-B14F-4D97-AF65-F5344CB8AC3E}">
        <p14:creationId xmlns:p14="http://schemas.microsoft.com/office/powerpoint/2010/main" val="2349466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9036D74C-E769-595A-8241-89EC856899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48488C-545D-62D9-DC75-29C8B3C6E814}"/>
              </a:ext>
            </a:extLst>
          </p:cNvPr>
          <p:cNvSpPr>
            <a:spLocks noGrp="1"/>
          </p:cNvSpPr>
          <p:nvPr>
            <p:ph type="title"/>
          </p:nvPr>
        </p:nvSpPr>
        <p:spPr>
          <a:xfrm>
            <a:off x="838200" y="588067"/>
            <a:ext cx="10515600" cy="1325563"/>
          </a:xfrm>
        </p:spPr>
        <p:txBody>
          <a:bodyPr/>
          <a:lstStyle/>
          <a:p>
            <a:endParaRPr lang="en-GB" dirty="0"/>
          </a:p>
        </p:txBody>
      </p:sp>
      <p:sp>
        <p:nvSpPr>
          <p:cNvPr id="7" name="Content Placeholder 6">
            <a:extLst>
              <a:ext uri="{FF2B5EF4-FFF2-40B4-BE49-F238E27FC236}">
                <a16:creationId xmlns:a16="http://schemas.microsoft.com/office/drawing/2014/main" id="{C018D016-6836-BD22-9A96-EFB1168D0E02}"/>
              </a:ext>
            </a:extLst>
          </p:cNvPr>
          <p:cNvSpPr>
            <a:spLocks noGrp="1"/>
          </p:cNvSpPr>
          <p:nvPr>
            <p:ph idx="1"/>
          </p:nvPr>
        </p:nvSpPr>
        <p:spPr>
          <a:xfrm>
            <a:off x="838200" y="1825625"/>
            <a:ext cx="10515600" cy="4670868"/>
          </a:xfrm>
        </p:spPr>
        <p:txBody>
          <a:bodyPr>
            <a:normAutofit fontScale="92500" lnSpcReduction="10000"/>
          </a:bodyPr>
          <a:lstStyle/>
          <a:p>
            <a:r>
              <a:rPr lang="en-US" sz="2000" dirty="0">
                <a:solidFill>
                  <a:schemeClr val="bg1"/>
                </a:solidFill>
              </a:rPr>
              <a:t>I used K Nearest </a:t>
            </a:r>
            <a:r>
              <a:rPr lang="en-US" sz="2000" dirty="0" err="1">
                <a:solidFill>
                  <a:schemeClr val="bg1"/>
                </a:solidFill>
              </a:rPr>
              <a:t>Neighbour</a:t>
            </a:r>
            <a:r>
              <a:rPr lang="en-US" sz="2000" dirty="0">
                <a:solidFill>
                  <a:schemeClr val="bg1"/>
                </a:solidFill>
              </a:rPr>
              <a:t>, Decision Tree and Artificial Neural Network on my data set</a:t>
            </a:r>
          </a:p>
          <a:p>
            <a:r>
              <a:rPr lang="en-US" sz="2000" dirty="0">
                <a:solidFill>
                  <a:schemeClr val="bg1"/>
                </a:solidFill>
              </a:rPr>
              <a:t>Each of these was trained to predict “Picnic Days” i.e. days on which the weather was pleasant enough to have a picnic.</a:t>
            </a:r>
          </a:p>
          <a:p>
            <a:r>
              <a:rPr lang="en-US" sz="2000" dirty="0">
                <a:solidFill>
                  <a:schemeClr val="bg1"/>
                </a:solidFill>
              </a:rPr>
              <a:t>Of these, the Decision Tree brought the most accurate results, with the least need for adjustment of the algorithm.</a:t>
            </a:r>
          </a:p>
          <a:p>
            <a:r>
              <a:rPr lang="en-US" sz="2000" dirty="0">
                <a:solidFill>
                  <a:schemeClr val="bg1"/>
                </a:solidFill>
              </a:rPr>
              <a:t>I determined the accuracy by use of Confusion Matrices showing all locations, using the different algorithms. Example accuracy for one location, shown below:</a:t>
            </a:r>
          </a:p>
          <a:p>
            <a:pPr marL="0" indent="0">
              <a:buNone/>
            </a:pPr>
            <a:endParaRPr lang="en-US" sz="2000" dirty="0">
              <a:solidFill>
                <a:schemeClr val="bg1"/>
              </a:solidFill>
            </a:endParaRPr>
          </a:p>
          <a:p>
            <a:pPr marL="0" indent="0">
              <a:buNone/>
            </a:pPr>
            <a:endParaRPr lang="en-US" sz="2000" dirty="0">
              <a:solidFill>
                <a:schemeClr val="bg1"/>
              </a:solidFill>
            </a:endParaRPr>
          </a:p>
          <a:p>
            <a:pPr marL="0" indent="0">
              <a:buNone/>
            </a:pPr>
            <a:endParaRPr lang="en-US" sz="2000" dirty="0">
              <a:solidFill>
                <a:schemeClr val="bg1"/>
              </a:solidFill>
            </a:endParaRPr>
          </a:p>
          <a:p>
            <a:pPr marL="0" indent="0">
              <a:buNone/>
            </a:pPr>
            <a:endParaRPr lang="en-US" sz="2000" dirty="0">
              <a:solidFill>
                <a:schemeClr val="bg1"/>
              </a:solidFill>
            </a:endParaRPr>
          </a:p>
          <a:p>
            <a:pPr marL="0" indent="0">
              <a:buNone/>
            </a:pPr>
            <a:endParaRPr lang="en-US" sz="2000" dirty="0">
              <a:solidFill>
                <a:schemeClr val="bg1"/>
              </a:solidFill>
            </a:endParaRPr>
          </a:p>
          <a:p>
            <a:endParaRPr lang="en-US" sz="2000" dirty="0">
              <a:solidFill>
                <a:schemeClr val="bg1"/>
              </a:solidFill>
            </a:endParaRPr>
          </a:p>
          <a:p>
            <a:r>
              <a:rPr lang="en-US" sz="2000" dirty="0">
                <a:solidFill>
                  <a:schemeClr val="bg1"/>
                </a:solidFill>
              </a:rPr>
              <a:t>Therefore, I recommend a Decision Tree to work further on this data and test the hypotheses.</a:t>
            </a:r>
          </a:p>
          <a:p>
            <a:endParaRPr lang="en-US" sz="3200" dirty="0">
              <a:solidFill>
                <a:schemeClr val="bg1"/>
              </a:solidFill>
            </a:endParaRPr>
          </a:p>
          <a:p>
            <a:endParaRPr lang="en-US" sz="2900" dirty="0">
              <a:solidFill>
                <a:schemeClr val="bg1"/>
              </a:solidFill>
            </a:endParaRPr>
          </a:p>
        </p:txBody>
      </p:sp>
      <p:sp>
        <p:nvSpPr>
          <p:cNvPr id="3" name="Subtitle 2">
            <a:extLst>
              <a:ext uri="{FF2B5EF4-FFF2-40B4-BE49-F238E27FC236}">
                <a16:creationId xmlns:a16="http://schemas.microsoft.com/office/drawing/2014/main" id="{A59D439B-F080-68BB-B2E1-347AD3A2C42C}"/>
              </a:ext>
            </a:extLst>
          </p:cNvPr>
          <p:cNvSpPr txBox="1">
            <a:spLocks/>
          </p:cNvSpPr>
          <p:nvPr/>
        </p:nvSpPr>
        <p:spPr>
          <a:xfrm>
            <a:off x="1232454" y="588067"/>
            <a:ext cx="9144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6000" dirty="0">
                <a:solidFill>
                  <a:schemeClr val="bg1"/>
                </a:solidFill>
              </a:rPr>
              <a:t>Machine Learning</a:t>
            </a:r>
            <a:endParaRPr lang="en-GB" sz="6000" dirty="0">
              <a:solidFill>
                <a:schemeClr val="bg1"/>
              </a:solidFill>
            </a:endParaRPr>
          </a:p>
        </p:txBody>
      </p:sp>
      <p:pic>
        <p:nvPicPr>
          <p:cNvPr id="10" name="Picture 9" descr="A chart with blue squares and white text&#10;&#10;AI-generated content may be incorrect.">
            <a:extLst>
              <a:ext uri="{FF2B5EF4-FFF2-40B4-BE49-F238E27FC236}">
                <a16:creationId xmlns:a16="http://schemas.microsoft.com/office/drawing/2014/main" id="{679C3F0A-7A25-5B0A-BF92-BB26C0A5EABC}"/>
              </a:ext>
            </a:extLst>
          </p:cNvPr>
          <p:cNvPicPr>
            <a:picLocks noChangeAspect="1"/>
          </p:cNvPicPr>
          <p:nvPr/>
        </p:nvPicPr>
        <p:blipFill>
          <a:blip r:embed="rId2"/>
          <a:stretch>
            <a:fillRect/>
          </a:stretch>
        </p:blipFill>
        <p:spPr>
          <a:xfrm>
            <a:off x="1546041" y="4274464"/>
            <a:ext cx="1710110" cy="1738707"/>
          </a:xfrm>
          <a:prstGeom prst="rect">
            <a:avLst/>
          </a:prstGeom>
        </p:spPr>
      </p:pic>
      <p:pic>
        <p:nvPicPr>
          <p:cNvPr id="12" name="Picture 11" descr="A chart with blue squares and white text&#10;&#10;AI-generated content may be incorrect.">
            <a:extLst>
              <a:ext uri="{FF2B5EF4-FFF2-40B4-BE49-F238E27FC236}">
                <a16:creationId xmlns:a16="http://schemas.microsoft.com/office/drawing/2014/main" id="{31FBE104-5818-0F6E-F695-3BE686D0AB58}"/>
              </a:ext>
            </a:extLst>
          </p:cNvPr>
          <p:cNvPicPr>
            <a:picLocks noChangeAspect="1"/>
          </p:cNvPicPr>
          <p:nvPr/>
        </p:nvPicPr>
        <p:blipFill>
          <a:blip r:embed="rId3"/>
          <a:stretch>
            <a:fillRect/>
          </a:stretch>
        </p:blipFill>
        <p:spPr>
          <a:xfrm>
            <a:off x="5041934" y="4274748"/>
            <a:ext cx="1710110" cy="1738423"/>
          </a:xfrm>
          <a:prstGeom prst="rect">
            <a:avLst/>
          </a:prstGeom>
        </p:spPr>
      </p:pic>
      <p:pic>
        <p:nvPicPr>
          <p:cNvPr id="14" name="Picture 13" descr="A chart with blue squares and white text&#10;&#10;AI-generated content may be incorrect.">
            <a:extLst>
              <a:ext uri="{FF2B5EF4-FFF2-40B4-BE49-F238E27FC236}">
                <a16:creationId xmlns:a16="http://schemas.microsoft.com/office/drawing/2014/main" id="{197D1C85-2579-2809-03C9-29279DA9D0BA}"/>
              </a:ext>
            </a:extLst>
          </p:cNvPr>
          <p:cNvPicPr>
            <a:picLocks noChangeAspect="1"/>
          </p:cNvPicPr>
          <p:nvPr/>
        </p:nvPicPr>
        <p:blipFill>
          <a:blip r:embed="rId4"/>
          <a:stretch>
            <a:fillRect/>
          </a:stretch>
        </p:blipFill>
        <p:spPr>
          <a:xfrm>
            <a:off x="8537828" y="4274748"/>
            <a:ext cx="1744296" cy="1738423"/>
          </a:xfrm>
          <a:prstGeom prst="rect">
            <a:avLst/>
          </a:prstGeom>
        </p:spPr>
      </p:pic>
      <p:graphicFrame>
        <p:nvGraphicFramePr>
          <p:cNvPr id="15" name="Table 14">
            <a:extLst>
              <a:ext uri="{FF2B5EF4-FFF2-40B4-BE49-F238E27FC236}">
                <a16:creationId xmlns:a16="http://schemas.microsoft.com/office/drawing/2014/main" id="{5C678D45-1879-6534-8CB3-087921786B86}"/>
              </a:ext>
            </a:extLst>
          </p:cNvPr>
          <p:cNvGraphicFramePr>
            <a:graphicFrameLocks noGrp="1"/>
          </p:cNvGraphicFramePr>
          <p:nvPr>
            <p:extLst>
              <p:ext uri="{D42A27DB-BD31-4B8C-83A1-F6EECF244321}">
                <p14:modId xmlns:p14="http://schemas.microsoft.com/office/powerpoint/2010/main" val="1881947790"/>
              </p:ext>
            </p:extLst>
          </p:nvPr>
        </p:nvGraphicFramePr>
        <p:xfrm>
          <a:off x="838200" y="3903624"/>
          <a:ext cx="10239153" cy="741680"/>
        </p:xfrm>
        <a:graphic>
          <a:graphicData uri="http://schemas.openxmlformats.org/drawingml/2006/table">
            <a:tbl>
              <a:tblPr firstRow="1" bandRow="1">
                <a:tableStyleId>{2D5ABB26-0587-4C30-8999-92F81FD0307C}</a:tableStyleId>
              </a:tblPr>
              <a:tblGrid>
                <a:gridCol w="3413051">
                  <a:extLst>
                    <a:ext uri="{9D8B030D-6E8A-4147-A177-3AD203B41FA5}">
                      <a16:colId xmlns:a16="http://schemas.microsoft.com/office/drawing/2014/main" val="3614339373"/>
                    </a:ext>
                  </a:extLst>
                </a:gridCol>
                <a:gridCol w="3413051">
                  <a:extLst>
                    <a:ext uri="{9D8B030D-6E8A-4147-A177-3AD203B41FA5}">
                      <a16:colId xmlns:a16="http://schemas.microsoft.com/office/drawing/2014/main" val="1366414592"/>
                    </a:ext>
                  </a:extLst>
                </a:gridCol>
                <a:gridCol w="3413051">
                  <a:extLst>
                    <a:ext uri="{9D8B030D-6E8A-4147-A177-3AD203B41FA5}">
                      <a16:colId xmlns:a16="http://schemas.microsoft.com/office/drawing/2014/main" val="3806606199"/>
                    </a:ext>
                  </a:extLst>
                </a:gridCol>
              </a:tblGrid>
              <a:tr h="370840">
                <a:tc>
                  <a:txBody>
                    <a:bodyPr/>
                    <a:lstStyle/>
                    <a:p>
                      <a:pPr algn="ctr"/>
                      <a:r>
                        <a:rPr lang="en-US" dirty="0">
                          <a:solidFill>
                            <a:schemeClr val="bg1"/>
                          </a:solidFill>
                        </a:rPr>
                        <a:t>K Nearest </a:t>
                      </a:r>
                      <a:r>
                        <a:rPr lang="en-US" dirty="0" err="1">
                          <a:solidFill>
                            <a:schemeClr val="bg1"/>
                          </a:solidFill>
                        </a:rPr>
                        <a:t>Neighbour</a:t>
                      </a:r>
                      <a:endParaRPr lang="en-GB" dirty="0"/>
                    </a:p>
                  </a:txBody>
                  <a:tcPr/>
                </a:tc>
                <a:tc>
                  <a:txBody>
                    <a:bodyPr/>
                    <a:lstStyle/>
                    <a:p>
                      <a:pPr algn="ctr"/>
                      <a:r>
                        <a:rPr lang="en-US" dirty="0">
                          <a:solidFill>
                            <a:schemeClr val="bg1"/>
                          </a:solidFill>
                        </a:rPr>
                        <a:t>Decision Tree </a:t>
                      </a:r>
                      <a:endParaRPr lang="en-GB" dirty="0"/>
                    </a:p>
                  </a:txBody>
                  <a:tcPr/>
                </a:tc>
                <a:tc>
                  <a:txBody>
                    <a:bodyPr/>
                    <a:lstStyle/>
                    <a:p>
                      <a:pPr algn="ctr"/>
                      <a:r>
                        <a:rPr lang="en-US" dirty="0">
                          <a:solidFill>
                            <a:schemeClr val="bg1"/>
                          </a:solidFill>
                        </a:rPr>
                        <a:t>Artificial Neural Network </a:t>
                      </a:r>
                      <a:endParaRPr lang="en-GB" dirty="0"/>
                    </a:p>
                  </a:txBody>
                  <a:tcPr/>
                </a:tc>
                <a:extLst>
                  <a:ext uri="{0D108BD9-81ED-4DB2-BD59-A6C34878D82A}">
                    <a16:rowId xmlns:a16="http://schemas.microsoft.com/office/drawing/2014/main" val="3568256436"/>
                  </a:ext>
                </a:extLst>
              </a:tr>
              <a:tr h="370840">
                <a:tc>
                  <a:txBody>
                    <a:bodyPr/>
                    <a:lstStyle/>
                    <a:p>
                      <a:pPr algn="ctr"/>
                      <a:endParaRPr lang="en-GB" dirty="0"/>
                    </a:p>
                  </a:txBody>
                  <a:tcPr/>
                </a:tc>
                <a:tc>
                  <a:txBody>
                    <a:bodyPr/>
                    <a:lstStyle/>
                    <a:p>
                      <a:pPr algn="ctr"/>
                      <a:endParaRPr lang="en-GB"/>
                    </a:p>
                  </a:txBody>
                  <a:tcPr/>
                </a:tc>
                <a:tc>
                  <a:txBody>
                    <a:bodyPr/>
                    <a:lstStyle/>
                    <a:p>
                      <a:pPr algn="ctr"/>
                      <a:endParaRPr lang="en-GB" dirty="0"/>
                    </a:p>
                  </a:txBody>
                  <a:tcPr/>
                </a:tc>
                <a:extLst>
                  <a:ext uri="{0D108BD9-81ED-4DB2-BD59-A6C34878D82A}">
                    <a16:rowId xmlns:a16="http://schemas.microsoft.com/office/drawing/2014/main" val="792801644"/>
                  </a:ext>
                </a:extLst>
              </a:tr>
            </a:tbl>
          </a:graphicData>
        </a:graphic>
      </p:graphicFrame>
    </p:spTree>
    <p:extLst>
      <p:ext uri="{BB962C8B-B14F-4D97-AF65-F5344CB8AC3E}">
        <p14:creationId xmlns:p14="http://schemas.microsoft.com/office/powerpoint/2010/main" val="40472541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9FEB5FD0-9548-663C-2906-954BD677AF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6F24BC-A7A6-BD01-8595-E07FC8A5351F}"/>
              </a:ext>
            </a:extLst>
          </p:cNvPr>
          <p:cNvSpPr>
            <a:spLocks noGrp="1"/>
          </p:cNvSpPr>
          <p:nvPr>
            <p:ph type="title"/>
          </p:nvPr>
        </p:nvSpPr>
        <p:spPr>
          <a:xfrm>
            <a:off x="838200" y="588067"/>
            <a:ext cx="10515600" cy="1325563"/>
          </a:xfrm>
        </p:spPr>
        <p:txBody>
          <a:bodyPr/>
          <a:lstStyle/>
          <a:p>
            <a:endParaRPr lang="en-GB" dirty="0"/>
          </a:p>
        </p:txBody>
      </p:sp>
      <p:sp>
        <p:nvSpPr>
          <p:cNvPr id="7" name="Content Placeholder 6">
            <a:extLst>
              <a:ext uri="{FF2B5EF4-FFF2-40B4-BE49-F238E27FC236}">
                <a16:creationId xmlns:a16="http://schemas.microsoft.com/office/drawing/2014/main" id="{AB5C5789-F243-0F55-2532-7DF535DBC61F}"/>
              </a:ext>
            </a:extLst>
          </p:cNvPr>
          <p:cNvSpPr>
            <a:spLocks noGrp="1"/>
          </p:cNvSpPr>
          <p:nvPr>
            <p:ph idx="1"/>
          </p:nvPr>
        </p:nvSpPr>
        <p:spPr>
          <a:xfrm>
            <a:off x="838200" y="1825625"/>
            <a:ext cx="10515600" cy="4670868"/>
          </a:xfrm>
        </p:spPr>
        <p:txBody>
          <a:bodyPr>
            <a:normAutofit/>
          </a:bodyPr>
          <a:lstStyle/>
          <a:p>
            <a:endParaRPr lang="en-US" sz="3200" dirty="0">
              <a:solidFill>
                <a:schemeClr val="bg1"/>
              </a:solidFill>
            </a:endParaRPr>
          </a:p>
          <a:p>
            <a:endParaRPr lang="en-US" sz="2900" dirty="0">
              <a:solidFill>
                <a:schemeClr val="bg1"/>
              </a:solidFill>
            </a:endParaRPr>
          </a:p>
        </p:txBody>
      </p:sp>
      <p:sp>
        <p:nvSpPr>
          <p:cNvPr id="3" name="Subtitle 2">
            <a:extLst>
              <a:ext uri="{FF2B5EF4-FFF2-40B4-BE49-F238E27FC236}">
                <a16:creationId xmlns:a16="http://schemas.microsoft.com/office/drawing/2014/main" id="{4D251198-0ABF-200A-2118-E335BA9DA27A}"/>
              </a:ext>
            </a:extLst>
          </p:cNvPr>
          <p:cNvSpPr txBox="1">
            <a:spLocks/>
          </p:cNvSpPr>
          <p:nvPr/>
        </p:nvSpPr>
        <p:spPr>
          <a:xfrm>
            <a:off x="1232454" y="588067"/>
            <a:ext cx="9144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6000" dirty="0">
                <a:solidFill>
                  <a:schemeClr val="bg1"/>
                </a:solidFill>
              </a:rPr>
              <a:t>Summary</a:t>
            </a:r>
            <a:endParaRPr lang="en-GB" sz="6000" dirty="0">
              <a:solidFill>
                <a:schemeClr val="bg1"/>
              </a:solidFill>
            </a:endParaRPr>
          </a:p>
        </p:txBody>
      </p:sp>
      <p:sp>
        <p:nvSpPr>
          <p:cNvPr id="5" name="TextBox 4">
            <a:extLst>
              <a:ext uri="{FF2B5EF4-FFF2-40B4-BE49-F238E27FC236}">
                <a16:creationId xmlns:a16="http://schemas.microsoft.com/office/drawing/2014/main" id="{F8F82D5E-622D-453C-8630-68F59D266543}"/>
              </a:ext>
            </a:extLst>
          </p:cNvPr>
          <p:cNvSpPr txBox="1"/>
          <p:nvPr/>
        </p:nvSpPr>
        <p:spPr>
          <a:xfrm>
            <a:off x="838200" y="1913630"/>
            <a:ext cx="10515600" cy="5201424"/>
          </a:xfrm>
          <a:prstGeom prst="rect">
            <a:avLst/>
          </a:prstGeom>
          <a:noFill/>
        </p:spPr>
        <p:txBody>
          <a:bodyPr wrap="square">
            <a:spAutoFit/>
          </a:bodyPr>
          <a:lstStyle/>
          <a:p>
            <a:r>
              <a:rPr lang="en-US" sz="1500" dirty="0">
                <a:solidFill>
                  <a:schemeClr val="bg1"/>
                </a:solidFill>
              </a:rPr>
              <a:t>My Hypotheses and how they can be tested using a decision tree:</a:t>
            </a:r>
          </a:p>
          <a:p>
            <a:endParaRPr lang="en-US" sz="1500" dirty="0">
              <a:solidFill>
                <a:schemeClr val="bg1"/>
              </a:solidFill>
            </a:endParaRPr>
          </a:p>
          <a:p>
            <a:pPr marL="285750" indent="-285750">
              <a:buFont typeface="Arial" panose="020B0604020202020204" pitchFamily="34" charset="0"/>
              <a:buChar char="•"/>
            </a:pPr>
            <a:r>
              <a:rPr lang="en-US" sz="1500" dirty="0">
                <a:solidFill>
                  <a:schemeClr val="bg1"/>
                </a:solidFill>
              </a:rPr>
              <a:t>Daily temperature can be accurately predicted from other weather variables</a:t>
            </a:r>
          </a:p>
          <a:p>
            <a:r>
              <a:rPr lang="en-US" sz="1500" dirty="0">
                <a:solidFill>
                  <a:schemeClr val="bg1"/>
                </a:solidFill>
              </a:rPr>
              <a:t>This is a regression task.</a:t>
            </a:r>
          </a:p>
          <a:p>
            <a:r>
              <a:rPr lang="en-US" sz="1500" dirty="0">
                <a:solidFill>
                  <a:schemeClr val="bg1"/>
                </a:solidFill>
              </a:rPr>
              <a:t>From the training data, the tree will naturally set thresholds e.g. if cloud cover &gt;x, and windspeed &gt;y and humidity &lt;= z</a:t>
            </a:r>
          </a:p>
          <a:p>
            <a:r>
              <a:rPr lang="en-US" sz="1500" dirty="0">
                <a:solidFill>
                  <a:schemeClr val="bg1"/>
                </a:solidFill>
              </a:rPr>
              <a:t>and predict outcomes based on those</a:t>
            </a:r>
            <a:br>
              <a:rPr lang="en-US" sz="1500" dirty="0">
                <a:solidFill>
                  <a:schemeClr val="bg1"/>
                </a:solidFill>
              </a:rPr>
            </a:br>
            <a:endParaRPr lang="en-US" sz="1500" dirty="0">
              <a:solidFill>
                <a:schemeClr val="bg1"/>
              </a:solidFill>
            </a:endParaRPr>
          </a:p>
          <a:p>
            <a:pPr marL="285750" indent="-285750">
              <a:buFont typeface="Arial" panose="020B0604020202020204" pitchFamily="34" charset="0"/>
              <a:buChar char="•"/>
            </a:pPr>
            <a:r>
              <a:rPr lang="en-US" sz="1500" dirty="0">
                <a:solidFill>
                  <a:schemeClr val="bg1"/>
                </a:solidFill>
              </a:rPr>
              <a:t>Extreme weather events can be classified using preceding weather conditions</a:t>
            </a:r>
          </a:p>
          <a:p>
            <a:r>
              <a:rPr lang="en-US" sz="1500" dirty="0">
                <a:solidFill>
                  <a:schemeClr val="bg1"/>
                </a:solidFill>
              </a:rPr>
              <a:t>This is a classification task. </a:t>
            </a:r>
            <a:br>
              <a:rPr lang="en-US" sz="1500" dirty="0">
                <a:solidFill>
                  <a:schemeClr val="bg1"/>
                </a:solidFill>
              </a:rPr>
            </a:br>
            <a:r>
              <a:rPr lang="en-US" sz="1500" dirty="0">
                <a:solidFill>
                  <a:schemeClr val="bg1"/>
                </a:solidFill>
              </a:rPr>
              <a:t>It will require us to define an extreme weather event e.g. temperature over x degrees for y consecutive days, or windspeed over z km/h</a:t>
            </a:r>
          </a:p>
          <a:p>
            <a:r>
              <a:rPr lang="en-US" sz="1500" dirty="0">
                <a:solidFill>
                  <a:schemeClr val="bg1"/>
                </a:solidFill>
              </a:rPr>
              <a:t>Having applied these labels to our data, the model can be trained to try and predict the precursor events that tend to happen before these events.</a:t>
            </a:r>
          </a:p>
          <a:p>
            <a:endParaRPr lang="en-US" sz="1500" dirty="0">
              <a:solidFill>
                <a:schemeClr val="bg1"/>
              </a:solidFill>
            </a:endParaRPr>
          </a:p>
          <a:p>
            <a:pPr marL="285750" indent="-285750">
              <a:buFont typeface="Arial" panose="020B0604020202020204" pitchFamily="34" charset="0"/>
              <a:buChar char="•"/>
            </a:pPr>
            <a:r>
              <a:rPr lang="en-US" sz="1500" dirty="0">
                <a:solidFill>
                  <a:schemeClr val="bg1"/>
                </a:solidFill>
              </a:rPr>
              <a:t>Location identity can be predicted from weather patterns alone</a:t>
            </a:r>
          </a:p>
          <a:p>
            <a:r>
              <a:rPr lang="en-US" sz="1500" dirty="0">
                <a:solidFill>
                  <a:schemeClr val="bg1"/>
                </a:solidFill>
              </a:rPr>
              <a:t>This is multi-class classification.</a:t>
            </a:r>
          </a:p>
          <a:p>
            <a:r>
              <a:rPr lang="en-US" sz="1500" dirty="0">
                <a:solidFill>
                  <a:schemeClr val="bg1"/>
                </a:solidFill>
              </a:rPr>
              <a:t>We may need to add more information about the locations to our data. This would certainly include longitude and latitude, but may also need to other information such as altitude or distance from the coast, which may affect weather.</a:t>
            </a:r>
          </a:p>
          <a:p>
            <a:r>
              <a:rPr lang="en-US" sz="1500" dirty="0">
                <a:solidFill>
                  <a:schemeClr val="bg1"/>
                </a:solidFill>
              </a:rPr>
              <a:t>Having given this additional information, the model can be trained to predict which of these conditions is most likely to apply to the weather pattern it sees, and therefore which is the most likely location.</a:t>
            </a:r>
          </a:p>
          <a:p>
            <a:pPr marL="514350" indent="-514350">
              <a:buFont typeface="+mj-lt"/>
              <a:buAutoNum type="arabicPeriod"/>
            </a:pPr>
            <a:endParaRPr lang="en-US" sz="1400" dirty="0">
              <a:solidFill>
                <a:schemeClr val="bg1"/>
              </a:solidFill>
            </a:endParaRPr>
          </a:p>
          <a:p>
            <a:endParaRPr lang="en-US" dirty="0">
              <a:solidFill>
                <a:schemeClr val="bg1"/>
              </a:solidFill>
            </a:endParaRPr>
          </a:p>
        </p:txBody>
      </p:sp>
    </p:spTree>
    <p:extLst>
      <p:ext uri="{BB962C8B-B14F-4D97-AF65-F5344CB8AC3E}">
        <p14:creationId xmlns:p14="http://schemas.microsoft.com/office/powerpoint/2010/main" val="37729550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98F3A3F8-61C0-09CF-0310-7BA0C18372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A589EB-5942-79A7-C069-970AFDD8920E}"/>
              </a:ext>
            </a:extLst>
          </p:cNvPr>
          <p:cNvSpPr>
            <a:spLocks noGrp="1"/>
          </p:cNvSpPr>
          <p:nvPr>
            <p:ph type="title"/>
          </p:nvPr>
        </p:nvSpPr>
        <p:spPr>
          <a:xfrm>
            <a:off x="838200" y="588067"/>
            <a:ext cx="10515600" cy="1325563"/>
          </a:xfrm>
        </p:spPr>
        <p:txBody>
          <a:bodyPr/>
          <a:lstStyle/>
          <a:p>
            <a:endParaRPr lang="en-GB" dirty="0"/>
          </a:p>
        </p:txBody>
      </p:sp>
      <p:sp>
        <p:nvSpPr>
          <p:cNvPr id="7" name="Content Placeholder 6">
            <a:extLst>
              <a:ext uri="{FF2B5EF4-FFF2-40B4-BE49-F238E27FC236}">
                <a16:creationId xmlns:a16="http://schemas.microsoft.com/office/drawing/2014/main" id="{3CB12701-A4A0-DF9E-763D-C00029A246DA}"/>
              </a:ext>
            </a:extLst>
          </p:cNvPr>
          <p:cNvSpPr>
            <a:spLocks noGrp="1"/>
          </p:cNvSpPr>
          <p:nvPr>
            <p:ph idx="1"/>
          </p:nvPr>
        </p:nvSpPr>
        <p:spPr>
          <a:xfrm>
            <a:off x="838200" y="1825625"/>
            <a:ext cx="10515600" cy="4670868"/>
          </a:xfrm>
        </p:spPr>
        <p:txBody>
          <a:bodyPr>
            <a:normAutofit/>
          </a:bodyPr>
          <a:lstStyle/>
          <a:p>
            <a:endParaRPr lang="en-US" sz="3200" dirty="0">
              <a:solidFill>
                <a:schemeClr val="bg1"/>
              </a:solidFill>
            </a:endParaRPr>
          </a:p>
          <a:p>
            <a:endParaRPr lang="en-US" sz="2900" dirty="0">
              <a:solidFill>
                <a:schemeClr val="bg1"/>
              </a:solidFill>
            </a:endParaRPr>
          </a:p>
        </p:txBody>
      </p:sp>
      <p:sp>
        <p:nvSpPr>
          <p:cNvPr id="3" name="Subtitle 2">
            <a:extLst>
              <a:ext uri="{FF2B5EF4-FFF2-40B4-BE49-F238E27FC236}">
                <a16:creationId xmlns:a16="http://schemas.microsoft.com/office/drawing/2014/main" id="{2B98F6D6-B394-C712-D4D1-68DECE19A697}"/>
              </a:ext>
            </a:extLst>
          </p:cNvPr>
          <p:cNvSpPr txBox="1">
            <a:spLocks/>
          </p:cNvSpPr>
          <p:nvPr/>
        </p:nvSpPr>
        <p:spPr>
          <a:xfrm>
            <a:off x="1232454" y="588067"/>
            <a:ext cx="9144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6000" dirty="0">
                <a:solidFill>
                  <a:schemeClr val="bg1"/>
                </a:solidFill>
              </a:rPr>
              <a:t>Thank You and Questions</a:t>
            </a:r>
            <a:endParaRPr lang="en-GB" sz="6000" dirty="0">
              <a:solidFill>
                <a:schemeClr val="bg1"/>
              </a:solidFill>
            </a:endParaRPr>
          </a:p>
        </p:txBody>
      </p:sp>
    </p:spTree>
    <p:extLst>
      <p:ext uri="{BB962C8B-B14F-4D97-AF65-F5344CB8AC3E}">
        <p14:creationId xmlns:p14="http://schemas.microsoft.com/office/powerpoint/2010/main" val="22218379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4774C80C-B8FF-FFF2-DCCF-728B3F26164B}"/>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0B20C82C-C409-90EA-61B7-CD451579722D}"/>
              </a:ext>
            </a:extLst>
          </p:cNvPr>
          <p:cNvSpPr>
            <a:spLocks noGrp="1"/>
          </p:cNvSpPr>
          <p:nvPr>
            <p:ph type="subTitle" idx="1"/>
          </p:nvPr>
        </p:nvSpPr>
        <p:spPr>
          <a:xfrm>
            <a:off x="1189924" y="1945212"/>
            <a:ext cx="9144000" cy="1655762"/>
          </a:xfrm>
        </p:spPr>
        <p:txBody>
          <a:bodyPr/>
          <a:lstStyle/>
          <a:p>
            <a:r>
              <a:rPr lang="en-US" dirty="0">
                <a:solidFill>
                  <a:schemeClr val="bg1"/>
                </a:solidFill>
              </a:rPr>
              <a:t>Data Analysis</a:t>
            </a:r>
            <a:endParaRPr lang="en-GB" dirty="0">
              <a:solidFill>
                <a:schemeClr val="bg1"/>
              </a:solidFill>
            </a:endParaRPr>
          </a:p>
        </p:txBody>
      </p:sp>
      <p:pic>
        <p:nvPicPr>
          <p:cNvPr id="19" name="Picture 18">
            <a:extLst>
              <a:ext uri="{FF2B5EF4-FFF2-40B4-BE49-F238E27FC236}">
                <a16:creationId xmlns:a16="http://schemas.microsoft.com/office/drawing/2014/main" id="{DFD5F662-2E4B-6BA0-397D-B669C50F27C6}"/>
              </a:ext>
            </a:extLst>
          </p:cNvPr>
          <p:cNvPicPr>
            <a:picLocks noChangeAspect="1"/>
          </p:cNvPicPr>
          <p:nvPr/>
        </p:nvPicPr>
        <p:blipFill>
          <a:blip r:embed="rId2"/>
          <a:stretch>
            <a:fillRect/>
          </a:stretch>
        </p:blipFill>
        <p:spPr>
          <a:xfrm>
            <a:off x="1763486" y="5167723"/>
            <a:ext cx="374359" cy="385245"/>
          </a:xfrm>
          <a:prstGeom prst="rect">
            <a:avLst/>
          </a:prstGeom>
        </p:spPr>
      </p:pic>
      <p:pic>
        <p:nvPicPr>
          <p:cNvPr id="28" name="Picture 27">
            <a:extLst>
              <a:ext uri="{FF2B5EF4-FFF2-40B4-BE49-F238E27FC236}">
                <a16:creationId xmlns:a16="http://schemas.microsoft.com/office/drawing/2014/main" id="{7D0ED128-775C-28B5-FFBA-52D693E67A8B}"/>
              </a:ext>
            </a:extLst>
          </p:cNvPr>
          <p:cNvPicPr>
            <a:picLocks noChangeAspect="1"/>
          </p:cNvPicPr>
          <p:nvPr/>
        </p:nvPicPr>
        <p:blipFill>
          <a:blip r:embed="rId3"/>
          <a:stretch>
            <a:fillRect/>
          </a:stretch>
        </p:blipFill>
        <p:spPr>
          <a:xfrm>
            <a:off x="1760310" y="6077137"/>
            <a:ext cx="374359" cy="385245"/>
          </a:xfrm>
          <a:prstGeom prst="rect">
            <a:avLst/>
          </a:prstGeom>
        </p:spPr>
      </p:pic>
      <p:pic>
        <p:nvPicPr>
          <p:cNvPr id="32" name="Picture 31">
            <a:extLst>
              <a:ext uri="{FF2B5EF4-FFF2-40B4-BE49-F238E27FC236}">
                <a16:creationId xmlns:a16="http://schemas.microsoft.com/office/drawing/2014/main" id="{3E36CAE0-6776-986E-6FD7-28105280595B}"/>
              </a:ext>
            </a:extLst>
          </p:cNvPr>
          <p:cNvPicPr>
            <a:picLocks noChangeAspect="1"/>
          </p:cNvPicPr>
          <p:nvPr/>
        </p:nvPicPr>
        <p:blipFill>
          <a:blip r:embed="rId4"/>
          <a:stretch>
            <a:fillRect/>
          </a:stretch>
        </p:blipFill>
        <p:spPr>
          <a:xfrm>
            <a:off x="1760310" y="4754749"/>
            <a:ext cx="374359" cy="385245"/>
          </a:xfrm>
          <a:prstGeom prst="rect">
            <a:avLst/>
          </a:prstGeom>
        </p:spPr>
      </p:pic>
      <p:pic>
        <p:nvPicPr>
          <p:cNvPr id="37" name="Picture 36">
            <a:extLst>
              <a:ext uri="{FF2B5EF4-FFF2-40B4-BE49-F238E27FC236}">
                <a16:creationId xmlns:a16="http://schemas.microsoft.com/office/drawing/2014/main" id="{395F2C1E-9D58-57CD-5D7A-9CB6FE3F5258}"/>
              </a:ext>
            </a:extLst>
          </p:cNvPr>
          <p:cNvPicPr>
            <a:picLocks noChangeAspect="1"/>
          </p:cNvPicPr>
          <p:nvPr/>
        </p:nvPicPr>
        <p:blipFill>
          <a:blip r:embed="rId5"/>
          <a:stretch>
            <a:fillRect/>
          </a:stretch>
        </p:blipFill>
        <p:spPr>
          <a:xfrm>
            <a:off x="1760310" y="5636424"/>
            <a:ext cx="374359" cy="385245"/>
          </a:xfrm>
          <a:prstGeom prst="rect">
            <a:avLst/>
          </a:prstGeom>
        </p:spPr>
      </p:pic>
      <p:grpSp>
        <p:nvGrpSpPr>
          <p:cNvPr id="47" name="Group 46">
            <a:extLst>
              <a:ext uri="{FF2B5EF4-FFF2-40B4-BE49-F238E27FC236}">
                <a16:creationId xmlns:a16="http://schemas.microsoft.com/office/drawing/2014/main" id="{048333AA-494C-C72C-C58F-51B6F438E7FA}"/>
              </a:ext>
            </a:extLst>
          </p:cNvPr>
          <p:cNvGrpSpPr/>
          <p:nvPr/>
        </p:nvGrpSpPr>
        <p:grpSpPr>
          <a:xfrm>
            <a:off x="2484244" y="3033469"/>
            <a:ext cx="6663676" cy="1100499"/>
            <a:chOff x="1607182" y="3014808"/>
            <a:chExt cx="6663676" cy="1100499"/>
          </a:xfrm>
        </p:grpSpPr>
        <p:pic>
          <p:nvPicPr>
            <p:cNvPr id="39" name="Picture 38">
              <a:extLst>
                <a:ext uri="{FF2B5EF4-FFF2-40B4-BE49-F238E27FC236}">
                  <a16:creationId xmlns:a16="http://schemas.microsoft.com/office/drawing/2014/main" id="{99D9FAF3-C38D-90CC-9A7A-DAF5D312CD53}"/>
                </a:ext>
              </a:extLst>
            </p:cNvPr>
            <p:cNvPicPr>
              <a:picLocks noChangeAspect="1"/>
            </p:cNvPicPr>
            <p:nvPr/>
          </p:nvPicPr>
          <p:blipFill>
            <a:blip r:embed="rId6"/>
            <a:stretch>
              <a:fillRect/>
            </a:stretch>
          </p:blipFill>
          <p:spPr>
            <a:xfrm>
              <a:off x="1607182" y="3049320"/>
              <a:ext cx="952500" cy="952500"/>
            </a:xfrm>
            <a:prstGeom prst="rect">
              <a:avLst/>
            </a:prstGeom>
          </p:spPr>
        </p:pic>
        <p:pic>
          <p:nvPicPr>
            <p:cNvPr id="40" name="Picture 39">
              <a:extLst>
                <a:ext uri="{FF2B5EF4-FFF2-40B4-BE49-F238E27FC236}">
                  <a16:creationId xmlns:a16="http://schemas.microsoft.com/office/drawing/2014/main" id="{63AA85BD-3AB1-A09A-C077-5E2F92D66A91}"/>
                </a:ext>
              </a:extLst>
            </p:cNvPr>
            <p:cNvPicPr>
              <a:picLocks noChangeAspect="1"/>
            </p:cNvPicPr>
            <p:nvPr/>
          </p:nvPicPr>
          <p:blipFill>
            <a:blip r:embed="rId3"/>
            <a:stretch>
              <a:fillRect/>
            </a:stretch>
          </p:blipFill>
          <p:spPr>
            <a:xfrm>
              <a:off x="2922782" y="3014808"/>
              <a:ext cx="1065987" cy="1065987"/>
            </a:xfrm>
            <a:prstGeom prst="rect">
              <a:avLst/>
            </a:prstGeom>
          </p:spPr>
        </p:pic>
        <p:pic>
          <p:nvPicPr>
            <p:cNvPr id="42" name="Picture 41">
              <a:extLst>
                <a:ext uri="{FF2B5EF4-FFF2-40B4-BE49-F238E27FC236}">
                  <a16:creationId xmlns:a16="http://schemas.microsoft.com/office/drawing/2014/main" id="{53A1D203-C161-A6CB-9F24-9BE41B7AEF67}"/>
                </a:ext>
              </a:extLst>
            </p:cNvPr>
            <p:cNvPicPr>
              <a:picLocks noChangeAspect="1"/>
            </p:cNvPicPr>
            <p:nvPr/>
          </p:nvPicPr>
          <p:blipFill>
            <a:blip r:embed="rId7"/>
            <a:stretch>
              <a:fillRect/>
            </a:stretch>
          </p:blipFill>
          <p:spPr>
            <a:xfrm>
              <a:off x="4351869" y="3049320"/>
              <a:ext cx="1065987" cy="1065987"/>
            </a:xfrm>
            <a:prstGeom prst="rect">
              <a:avLst/>
            </a:prstGeom>
          </p:spPr>
        </p:pic>
        <p:pic>
          <p:nvPicPr>
            <p:cNvPr id="44" name="Picture 43">
              <a:extLst>
                <a:ext uri="{FF2B5EF4-FFF2-40B4-BE49-F238E27FC236}">
                  <a16:creationId xmlns:a16="http://schemas.microsoft.com/office/drawing/2014/main" id="{9B52D930-C8AE-7772-BD91-529B782C52FF}"/>
                </a:ext>
              </a:extLst>
            </p:cNvPr>
            <p:cNvPicPr>
              <a:picLocks noChangeAspect="1"/>
            </p:cNvPicPr>
            <p:nvPr/>
          </p:nvPicPr>
          <p:blipFill>
            <a:blip r:embed="rId8"/>
            <a:stretch>
              <a:fillRect/>
            </a:stretch>
          </p:blipFill>
          <p:spPr>
            <a:xfrm>
              <a:off x="5778370" y="3042270"/>
              <a:ext cx="1065987" cy="1065987"/>
            </a:xfrm>
            <a:prstGeom prst="rect">
              <a:avLst/>
            </a:prstGeom>
          </p:spPr>
        </p:pic>
        <p:pic>
          <p:nvPicPr>
            <p:cNvPr id="46" name="Picture 45" descr="A white circle with black background&#10;&#10;AI-generated content may be incorrect.">
              <a:extLst>
                <a:ext uri="{FF2B5EF4-FFF2-40B4-BE49-F238E27FC236}">
                  <a16:creationId xmlns:a16="http://schemas.microsoft.com/office/drawing/2014/main" id="{FCDD67D2-5428-02A7-A66E-69930669640C}"/>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204871" y="3014808"/>
              <a:ext cx="1065987" cy="1065987"/>
            </a:xfrm>
            <a:prstGeom prst="rect">
              <a:avLst/>
            </a:prstGeom>
          </p:spPr>
        </p:pic>
      </p:grpSp>
      <p:sp>
        <p:nvSpPr>
          <p:cNvPr id="50" name="Subtitle 2">
            <a:extLst>
              <a:ext uri="{FF2B5EF4-FFF2-40B4-BE49-F238E27FC236}">
                <a16:creationId xmlns:a16="http://schemas.microsoft.com/office/drawing/2014/main" id="{DAE9F4FD-0B04-2EFC-DE4C-ABBE3E49A211}"/>
              </a:ext>
            </a:extLst>
          </p:cNvPr>
          <p:cNvSpPr txBox="1">
            <a:spLocks/>
          </p:cNvSpPr>
          <p:nvPr/>
        </p:nvSpPr>
        <p:spPr>
          <a:xfrm>
            <a:off x="1189924" y="1045933"/>
            <a:ext cx="9144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6000" dirty="0">
                <a:solidFill>
                  <a:schemeClr val="bg1"/>
                </a:solidFill>
              </a:rPr>
              <a:t>Sam Monteath</a:t>
            </a:r>
            <a:endParaRPr lang="en-GB" sz="6000" dirty="0">
              <a:solidFill>
                <a:schemeClr val="bg1"/>
              </a:solidFill>
            </a:endParaRPr>
          </a:p>
        </p:txBody>
      </p:sp>
      <p:graphicFrame>
        <p:nvGraphicFramePr>
          <p:cNvPr id="51" name="Table 50">
            <a:extLst>
              <a:ext uri="{FF2B5EF4-FFF2-40B4-BE49-F238E27FC236}">
                <a16:creationId xmlns:a16="http://schemas.microsoft.com/office/drawing/2014/main" id="{D1A70B82-6A73-FCB9-7410-96F73CF37AD7}"/>
              </a:ext>
            </a:extLst>
          </p:cNvPr>
          <p:cNvGraphicFramePr>
            <a:graphicFrameLocks noGrp="1"/>
          </p:cNvGraphicFramePr>
          <p:nvPr/>
        </p:nvGraphicFramePr>
        <p:xfrm>
          <a:off x="2300514" y="4786398"/>
          <a:ext cx="8128000" cy="1675984"/>
        </p:xfrm>
        <a:graphic>
          <a:graphicData uri="http://schemas.openxmlformats.org/drawingml/2006/table">
            <a:tbl>
              <a:tblPr firstRow="1" bandRow="1">
                <a:tableStyleId>{2D5ABB26-0587-4C30-8999-92F81FD0307C}</a:tableStyleId>
              </a:tblPr>
              <a:tblGrid>
                <a:gridCol w="8128000">
                  <a:extLst>
                    <a:ext uri="{9D8B030D-6E8A-4147-A177-3AD203B41FA5}">
                      <a16:colId xmlns:a16="http://schemas.microsoft.com/office/drawing/2014/main" val="3813831870"/>
                    </a:ext>
                  </a:extLst>
                </a:gridCol>
              </a:tblGrid>
              <a:tr h="418996">
                <a:tc>
                  <a:txBody>
                    <a:bodyPr/>
                    <a:lstStyle/>
                    <a:p>
                      <a:r>
                        <a:rPr lang="en-US" sz="1800" kern="1200" dirty="0">
                          <a:solidFill>
                            <a:schemeClr val="bg1"/>
                          </a:solidFill>
                          <a:latin typeface="+mn-lt"/>
                          <a:ea typeface="+mn-ea"/>
                          <a:cs typeface="+mn-cs"/>
                        </a:rPr>
                        <a:t>sam@reasonwhy.uk</a:t>
                      </a:r>
                      <a:endParaRPr lang="en-GB" sz="1800" kern="1200" dirty="0">
                        <a:solidFill>
                          <a:schemeClr val="bg1"/>
                        </a:solidFill>
                        <a:latin typeface="+mn-lt"/>
                        <a:ea typeface="+mn-ea"/>
                        <a:cs typeface="+mn-cs"/>
                      </a:endParaRPr>
                    </a:p>
                  </a:txBody>
                  <a:tcPr/>
                </a:tc>
                <a:extLst>
                  <a:ext uri="{0D108BD9-81ED-4DB2-BD59-A6C34878D82A}">
                    <a16:rowId xmlns:a16="http://schemas.microsoft.com/office/drawing/2014/main" val="544096312"/>
                  </a:ext>
                </a:extLst>
              </a:tr>
              <a:tr h="418996">
                <a:tc>
                  <a:txBody>
                    <a:bodyPr/>
                    <a:lstStyle/>
                    <a:p>
                      <a:pPr marL="0" algn="l" defTabSz="914400" rtl="0" eaLnBrk="1" latinLnBrk="0" hangingPunct="1"/>
                      <a:r>
                        <a:rPr lang="en-GB" sz="1800" kern="1200" dirty="0">
                          <a:solidFill>
                            <a:schemeClr val="bg1"/>
                          </a:solidFill>
                          <a:latin typeface="+mn-lt"/>
                          <a:ea typeface="+mn-ea"/>
                          <a:cs typeface="+mn-cs"/>
                        </a:rPr>
                        <a:t>github.com/SamMonteath</a:t>
                      </a:r>
                    </a:p>
                  </a:txBody>
                  <a:tcPr/>
                </a:tc>
                <a:extLst>
                  <a:ext uri="{0D108BD9-81ED-4DB2-BD59-A6C34878D82A}">
                    <a16:rowId xmlns:a16="http://schemas.microsoft.com/office/drawing/2014/main" val="479349012"/>
                  </a:ext>
                </a:extLst>
              </a:tr>
              <a:tr h="418996">
                <a:tc>
                  <a:txBody>
                    <a:bodyPr/>
                    <a:lstStyle/>
                    <a:p>
                      <a:r>
                        <a:rPr lang="en-GB" sz="1800" kern="1200" dirty="0">
                          <a:solidFill>
                            <a:schemeClr val="bg1"/>
                          </a:solidFill>
                          <a:latin typeface="+mn-lt"/>
                          <a:ea typeface="+mn-ea"/>
                          <a:cs typeface="+mn-cs"/>
                        </a:rPr>
                        <a:t>linkedin.com/in/</a:t>
                      </a:r>
                      <a:r>
                        <a:rPr lang="en-GB" sz="1800" kern="1200" dirty="0" err="1">
                          <a:solidFill>
                            <a:schemeClr val="bg1"/>
                          </a:solidFill>
                          <a:latin typeface="+mn-lt"/>
                          <a:ea typeface="+mn-ea"/>
                          <a:cs typeface="+mn-cs"/>
                        </a:rPr>
                        <a:t>sammonteath</a:t>
                      </a:r>
                      <a:endParaRPr lang="en-GB" sz="1800" kern="1200" dirty="0">
                        <a:solidFill>
                          <a:schemeClr val="bg1"/>
                        </a:solidFill>
                        <a:latin typeface="+mn-lt"/>
                        <a:ea typeface="+mn-ea"/>
                        <a:cs typeface="+mn-cs"/>
                      </a:endParaRPr>
                    </a:p>
                  </a:txBody>
                  <a:tcPr/>
                </a:tc>
                <a:extLst>
                  <a:ext uri="{0D108BD9-81ED-4DB2-BD59-A6C34878D82A}">
                    <a16:rowId xmlns:a16="http://schemas.microsoft.com/office/drawing/2014/main" val="2615980455"/>
                  </a:ext>
                </a:extLst>
              </a:tr>
              <a:tr h="418996">
                <a:tc>
                  <a:txBody>
                    <a:bodyPr/>
                    <a:lstStyle/>
                    <a:p>
                      <a:r>
                        <a:rPr lang="en-GB" sz="1800" kern="1200" dirty="0">
                          <a:solidFill>
                            <a:schemeClr val="bg1"/>
                          </a:solidFill>
                          <a:latin typeface="+mn-lt"/>
                          <a:ea typeface="+mn-ea"/>
                          <a:cs typeface="+mn-cs"/>
                        </a:rPr>
                        <a:t>public.tableau.com/app/profile/sam.monteath/vizzes</a:t>
                      </a:r>
                    </a:p>
                  </a:txBody>
                  <a:tcPr/>
                </a:tc>
                <a:extLst>
                  <a:ext uri="{0D108BD9-81ED-4DB2-BD59-A6C34878D82A}">
                    <a16:rowId xmlns:a16="http://schemas.microsoft.com/office/drawing/2014/main" val="2978130960"/>
                  </a:ext>
                </a:extLst>
              </a:tr>
            </a:tbl>
          </a:graphicData>
        </a:graphic>
      </p:graphicFrame>
    </p:spTree>
    <p:extLst>
      <p:ext uri="{BB962C8B-B14F-4D97-AF65-F5344CB8AC3E}">
        <p14:creationId xmlns:p14="http://schemas.microsoft.com/office/powerpoint/2010/main" val="39267318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950</TotalTime>
  <Words>841</Words>
  <Application>Microsoft Office PowerPoint</Application>
  <PresentationFormat>Widescreen</PresentationFormat>
  <Paragraphs>67</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 Monteath</dc:creator>
  <cp:lastModifiedBy>Sam Monteath</cp:lastModifiedBy>
  <cp:revision>4</cp:revision>
  <dcterms:created xsi:type="dcterms:W3CDTF">2025-10-13T11:34:43Z</dcterms:created>
  <dcterms:modified xsi:type="dcterms:W3CDTF">2026-01-22T11:07:28Z</dcterms:modified>
</cp:coreProperties>
</file>